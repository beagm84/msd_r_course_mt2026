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theme/theme3.xml" ContentType="application/vnd.openxmlformats-officedocument.theme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theme/theme4.xml" ContentType="application/vnd.openxmlformats-officedocument.theme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theme/theme5.xml" ContentType="application/vnd.openxmlformats-officedocument.theme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theme/theme6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1" r:id="rId2"/>
    <p:sldMasterId id="2147483674" r:id="rId3"/>
    <p:sldMasterId id="2147483687" r:id="rId4"/>
    <p:sldMasterId id="2147483700" r:id="rId5"/>
    <p:sldMasterId id="2147483713" r:id="rId6"/>
  </p:sldMasterIdLst>
  <p:sldIdLst>
    <p:sldId id="256" r:id="rId7"/>
    <p:sldId id="285" r:id="rId8"/>
    <p:sldId id="257" r:id="rId9"/>
    <p:sldId id="258" r:id="rId10"/>
    <p:sldId id="286" r:id="rId11"/>
    <p:sldId id="259" r:id="rId12"/>
    <p:sldId id="260" r:id="rId13"/>
    <p:sldId id="261" r:id="rId14"/>
    <p:sldId id="262" r:id="rId15"/>
    <p:sldId id="263" r:id="rId16"/>
    <p:sldId id="264" r:id="rId17"/>
    <p:sldId id="276" r:id="rId18"/>
    <p:sldId id="282" r:id="rId19"/>
    <p:sldId id="265" r:id="rId20"/>
    <p:sldId id="266" r:id="rId21"/>
    <p:sldId id="283" r:id="rId22"/>
    <p:sldId id="267" r:id="rId23"/>
    <p:sldId id="268" r:id="rId24"/>
    <p:sldId id="269" r:id="rId25"/>
    <p:sldId id="270" r:id="rId26"/>
    <p:sldId id="271" r:id="rId27"/>
    <p:sldId id="272" r:id="rId28"/>
    <p:sldId id="273" r:id="rId29"/>
    <p:sldId id="274" r:id="rId30"/>
    <p:sldId id="275" r:id="rId31"/>
    <p:sldId id="277" r:id="rId32"/>
    <p:sldId id="278" r:id="rId33"/>
    <p:sldId id="280" r:id="rId34"/>
    <p:sldId id="281" r:id="rId35"/>
  </p:sldIdLst>
  <p:sldSz cx="9144000" cy="6858000" type="screen4x3"/>
  <p:notesSz cx="7559675" cy="106918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580"/>
    <p:restoredTop sz="94660"/>
  </p:normalViewPr>
  <p:slideViewPr>
    <p:cSldViewPr snapToGrid="0" snapToObjects="1">
      <p:cViewPr varScale="1">
        <p:scale>
          <a:sx n="114" d="100"/>
          <a:sy n="114" d="100"/>
        </p:scale>
        <p:origin x="1656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26" Type="http://schemas.openxmlformats.org/officeDocument/2006/relationships/slide" Target="slides/slide20.xml"/><Relationship Id="rId39" Type="http://schemas.openxmlformats.org/officeDocument/2006/relationships/tableStyles" Target="tableStyles.xml"/><Relationship Id="rId21" Type="http://schemas.openxmlformats.org/officeDocument/2006/relationships/slide" Target="slides/slide15.xml"/><Relationship Id="rId34" Type="http://schemas.openxmlformats.org/officeDocument/2006/relationships/slide" Target="slides/slide28.xml"/><Relationship Id="rId7" Type="http://schemas.openxmlformats.org/officeDocument/2006/relationships/slide" Target="slides/slide1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5" Type="http://schemas.openxmlformats.org/officeDocument/2006/relationships/slide" Target="slides/slide19.xml"/><Relationship Id="rId33" Type="http://schemas.openxmlformats.org/officeDocument/2006/relationships/slide" Target="slides/slide27.xml"/><Relationship Id="rId38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0.xml"/><Relationship Id="rId20" Type="http://schemas.openxmlformats.org/officeDocument/2006/relationships/slide" Target="slides/slide14.xml"/><Relationship Id="rId29" Type="http://schemas.openxmlformats.org/officeDocument/2006/relationships/slide" Target="slides/slide23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" Target="slides/slide5.xml"/><Relationship Id="rId24" Type="http://schemas.openxmlformats.org/officeDocument/2006/relationships/slide" Target="slides/slide18.xml"/><Relationship Id="rId32" Type="http://schemas.openxmlformats.org/officeDocument/2006/relationships/slide" Target="slides/slide26.xml"/><Relationship Id="rId37" Type="http://schemas.openxmlformats.org/officeDocument/2006/relationships/viewProps" Target="viewProps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9.xml"/><Relationship Id="rId23" Type="http://schemas.openxmlformats.org/officeDocument/2006/relationships/slide" Target="slides/slide17.xml"/><Relationship Id="rId28" Type="http://schemas.openxmlformats.org/officeDocument/2006/relationships/slide" Target="slides/slide22.xml"/><Relationship Id="rId36" Type="http://schemas.openxmlformats.org/officeDocument/2006/relationships/presProps" Target="presProps.xml"/><Relationship Id="rId10" Type="http://schemas.openxmlformats.org/officeDocument/2006/relationships/slide" Target="slides/slide4.xml"/><Relationship Id="rId19" Type="http://schemas.openxmlformats.org/officeDocument/2006/relationships/slide" Target="slides/slide13.xml"/><Relationship Id="rId31" Type="http://schemas.openxmlformats.org/officeDocument/2006/relationships/slide" Target="slides/slide25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22" Type="http://schemas.openxmlformats.org/officeDocument/2006/relationships/slide" Target="slides/slide16.xml"/><Relationship Id="rId27" Type="http://schemas.openxmlformats.org/officeDocument/2006/relationships/slide" Target="slides/slide21.xml"/><Relationship Id="rId30" Type="http://schemas.openxmlformats.org/officeDocument/2006/relationships/slide" Target="slides/slide24.xml"/><Relationship Id="rId35" Type="http://schemas.openxmlformats.org/officeDocument/2006/relationships/slide" Target="slides/slide29.xml"/><Relationship Id="rId8" Type="http://schemas.openxmlformats.org/officeDocument/2006/relationships/slide" Target="slides/slide2.xml"/><Relationship Id="rId3" Type="http://schemas.openxmlformats.org/officeDocument/2006/relationships/slideMaster" Target="slideMasters/slideMaster3.xml"/></Relationships>
</file>

<file path=ppt/diagrams/_rels/data2.xml.rels><?xml version="1.0" encoding="UTF-8" standalone="yes"?>
<Relationships xmlns="http://schemas.openxmlformats.org/package/2006/relationships"><Relationship Id="rId1" Type="http://schemas.openxmlformats.org/officeDocument/2006/relationships/image" Target="../media/image6.svg"/></Relationships>
</file>

<file path=ppt/diagrams/_rels/drawing2.xml.rels><?xml version="1.0" encoding="UTF-8" standalone="yes"?>
<Relationships xmlns="http://schemas.openxmlformats.org/package/2006/relationships"><Relationship Id="rId1" Type="http://schemas.openxmlformats.org/officeDocument/2006/relationships/image" Target="../media/image6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B1E528D-F277-45BC-AF74-F49409A78254}" type="doc">
      <dgm:prSet loTypeId="urn:microsoft.com/office/officeart/2005/8/layout/vList5" loCatId="list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AC7D689D-90B0-4633-A481-6E852D100C65}">
      <dgm:prSet/>
      <dgm:spPr/>
      <dgm:t>
        <a:bodyPr/>
        <a:lstStyle/>
        <a:p>
          <a:r>
            <a:rPr lang="en-GB" b="0" dirty="0"/>
            <a:t>Some constants are built-in</a:t>
          </a:r>
          <a:endParaRPr lang="en-US" dirty="0"/>
        </a:p>
      </dgm:t>
    </dgm:pt>
    <dgm:pt modelId="{DB4DB174-7466-42CF-A729-7919B08BCA15}" type="parTrans" cxnId="{35429CBC-0CED-49A9-8BDC-0B83366F3226}">
      <dgm:prSet/>
      <dgm:spPr/>
      <dgm:t>
        <a:bodyPr/>
        <a:lstStyle/>
        <a:p>
          <a:endParaRPr lang="en-US"/>
        </a:p>
      </dgm:t>
    </dgm:pt>
    <dgm:pt modelId="{75692798-295B-4174-BFD8-33B575D1E2F5}" type="sibTrans" cxnId="{35429CBC-0CED-49A9-8BDC-0B83366F3226}">
      <dgm:prSet/>
      <dgm:spPr/>
      <dgm:t>
        <a:bodyPr/>
        <a:lstStyle/>
        <a:p>
          <a:endParaRPr lang="en-US"/>
        </a:p>
      </dgm:t>
    </dgm:pt>
    <dgm:pt modelId="{1C96F6C4-B9EB-4321-9263-82EE4014CA3D}">
      <dgm:prSet/>
      <dgm:spPr/>
      <dgm:t>
        <a:bodyPr/>
        <a:lstStyle/>
        <a:p>
          <a:pPr>
            <a:buNone/>
          </a:pPr>
          <a:r>
            <a:rPr lang="en-GB" dirty="0"/>
            <a:t>Pi, LETTERS</a:t>
          </a:r>
          <a:endParaRPr lang="en-US" dirty="0"/>
        </a:p>
      </dgm:t>
    </dgm:pt>
    <dgm:pt modelId="{79605200-5432-48BD-AF22-21D8CD4C5522}" type="parTrans" cxnId="{AA0C15D6-4EE7-430F-8043-27EA5D3EADC6}">
      <dgm:prSet/>
      <dgm:spPr/>
      <dgm:t>
        <a:bodyPr/>
        <a:lstStyle/>
        <a:p>
          <a:endParaRPr lang="en-US"/>
        </a:p>
      </dgm:t>
    </dgm:pt>
    <dgm:pt modelId="{77222B69-BDCD-47B9-92C3-3ED7F4657175}" type="sibTrans" cxnId="{AA0C15D6-4EE7-430F-8043-27EA5D3EADC6}">
      <dgm:prSet/>
      <dgm:spPr/>
      <dgm:t>
        <a:bodyPr/>
        <a:lstStyle/>
        <a:p>
          <a:endParaRPr lang="en-US"/>
        </a:p>
      </dgm:t>
    </dgm:pt>
    <dgm:pt modelId="{95974D49-F6DF-460F-82E7-DC928EBF59EA}">
      <dgm:prSet/>
      <dgm:spPr/>
      <dgm:t>
        <a:bodyPr/>
        <a:lstStyle/>
        <a:p>
          <a:r>
            <a:rPr lang="en-GB" b="0" dirty="0"/>
            <a:t>Variables are placeholders</a:t>
          </a:r>
        </a:p>
        <a:p>
          <a:r>
            <a:rPr lang="en-GB" b="0" dirty="0"/>
            <a:t>(created by users)</a:t>
          </a:r>
          <a:endParaRPr lang="en-US" dirty="0"/>
        </a:p>
      </dgm:t>
    </dgm:pt>
    <dgm:pt modelId="{AC0B7F36-2FAE-405E-A16C-54D1DD977403}" type="parTrans" cxnId="{C7DDF485-969B-487B-9A59-95A1E7A76441}">
      <dgm:prSet/>
      <dgm:spPr/>
      <dgm:t>
        <a:bodyPr/>
        <a:lstStyle/>
        <a:p>
          <a:endParaRPr lang="en-US"/>
        </a:p>
      </dgm:t>
    </dgm:pt>
    <dgm:pt modelId="{CE63092B-E540-4B6A-AA51-6501086CF0BF}" type="sibTrans" cxnId="{C7DDF485-969B-487B-9A59-95A1E7A76441}">
      <dgm:prSet/>
      <dgm:spPr/>
      <dgm:t>
        <a:bodyPr/>
        <a:lstStyle/>
        <a:p>
          <a:endParaRPr lang="en-US"/>
        </a:p>
      </dgm:t>
    </dgm:pt>
    <dgm:pt modelId="{2E40F792-DD91-48D8-AD91-794DC6C8CDF5}">
      <dgm:prSet/>
      <dgm:spPr/>
      <dgm:t>
        <a:bodyPr/>
        <a:lstStyle/>
        <a:p>
          <a:pPr>
            <a:buNone/>
          </a:pPr>
          <a:r>
            <a:rPr lang="en-GB" dirty="0"/>
            <a:t>x = 10, y = 20; x + y = 30</a:t>
          </a:r>
          <a:endParaRPr lang="en-US" dirty="0"/>
        </a:p>
      </dgm:t>
    </dgm:pt>
    <dgm:pt modelId="{DA241C61-3E9E-40B5-8962-C02213D2BC44}" type="parTrans" cxnId="{7C1D8148-0123-4CFA-A0D7-87331B5E2DEA}">
      <dgm:prSet/>
      <dgm:spPr/>
      <dgm:t>
        <a:bodyPr/>
        <a:lstStyle/>
        <a:p>
          <a:endParaRPr lang="en-US"/>
        </a:p>
      </dgm:t>
    </dgm:pt>
    <dgm:pt modelId="{3CFEDC67-90AD-484B-95F5-2F855EA6B658}" type="sibTrans" cxnId="{7C1D8148-0123-4CFA-A0D7-87331B5E2DEA}">
      <dgm:prSet/>
      <dgm:spPr/>
      <dgm:t>
        <a:bodyPr/>
        <a:lstStyle/>
        <a:p>
          <a:endParaRPr lang="en-US"/>
        </a:p>
      </dgm:t>
    </dgm:pt>
    <dgm:pt modelId="{49F48C19-315C-484C-933E-6822A0EDD643}" type="pres">
      <dgm:prSet presAssocID="{8B1E528D-F277-45BC-AF74-F49409A78254}" presName="Name0" presStyleCnt="0">
        <dgm:presLayoutVars>
          <dgm:dir/>
          <dgm:animLvl val="lvl"/>
          <dgm:resizeHandles val="exact"/>
        </dgm:presLayoutVars>
      </dgm:prSet>
      <dgm:spPr/>
    </dgm:pt>
    <dgm:pt modelId="{96F68F60-9E19-4205-8675-A93362FC79A7}" type="pres">
      <dgm:prSet presAssocID="{AC7D689D-90B0-4633-A481-6E852D100C65}" presName="linNode" presStyleCnt="0"/>
      <dgm:spPr/>
    </dgm:pt>
    <dgm:pt modelId="{6E01CFA3-4067-452D-AD4C-A07A32D98561}" type="pres">
      <dgm:prSet presAssocID="{AC7D689D-90B0-4633-A481-6E852D100C65}" presName="parentText" presStyleLbl="node1" presStyleIdx="0" presStyleCnt="2">
        <dgm:presLayoutVars>
          <dgm:chMax val="1"/>
          <dgm:bulletEnabled val="1"/>
        </dgm:presLayoutVars>
      </dgm:prSet>
      <dgm:spPr/>
    </dgm:pt>
    <dgm:pt modelId="{4B51CEF7-20C2-4802-B765-86E872356A99}" type="pres">
      <dgm:prSet presAssocID="{AC7D689D-90B0-4633-A481-6E852D100C65}" presName="descendantText" presStyleLbl="alignAccFollowNode1" presStyleIdx="0" presStyleCnt="2">
        <dgm:presLayoutVars>
          <dgm:bulletEnabled val="1"/>
        </dgm:presLayoutVars>
      </dgm:prSet>
      <dgm:spPr/>
    </dgm:pt>
    <dgm:pt modelId="{25442075-E2A1-4576-9A34-FFAB25F0931E}" type="pres">
      <dgm:prSet presAssocID="{75692798-295B-4174-BFD8-33B575D1E2F5}" presName="sp" presStyleCnt="0"/>
      <dgm:spPr/>
    </dgm:pt>
    <dgm:pt modelId="{1E9C114C-A428-4893-A76B-31525D48D16C}" type="pres">
      <dgm:prSet presAssocID="{95974D49-F6DF-460F-82E7-DC928EBF59EA}" presName="linNode" presStyleCnt="0"/>
      <dgm:spPr/>
    </dgm:pt>
    <dgm:pt modelId="{83809859-737B-46D6-8056-0B51D4541397}" type="pres">
      <dgm:prSet presAssocID="{95974D49-F6DF-460F-82E7-DC928EBF59EA}" presName="parentText" presStyleLbl="node1" presStyleIdx="1" presStyleCnt="2">
        <dgm:presLayoutVars>
          <dgm:chMax val="1"/>
          <dgm:bulletEnabled val="1"/>
        </dgm:presLayoutVars>
      </dgm:prSet>
      <dgm:spPr/>
    </dgm:pt>
    <dgm:pt modelId="{46884875-7AAC-4989-89EC-5ADB90846249}" type="pres">
      <dgm:prSet presAssocID="{95974D49-F6DF-460F-82E7-DC928EBF59EA}" presName="descendantText" presStyleLbl="alignAccFollowNode1" presStyleIdx="1" presStyleCnt="2">
        <dgm:presLayoutVars>
          <dgm:bulletEnabled val="1"/>
        </dgm:presLayoutVars>
      </dgm:prSet>
      <dgm:spPr/>
    </dgm:pt>
  </dgm:ptLst>
  <dgm:cxnLst>
    <dgm:cxn modelId="{7C1D8148-0123-4CFA-A0D7-87331B5E2DEA}" srcId="{95974D49-F6DF-460F-82E7-DC928EBF59EA}" destId="{2E40F792-DD91-48D8-AD91-794DC6C8CDF5}" srcOrd="0" destOrd="0" parTransId="{DA241C61-3E9E-40B5-8962-C02213D2BC44}" sibTransId="{3CFEDC67-90AD-484B-95F5-2F855EA6B658}"/>
    <dgm:cxn modelId="{7E2FB463-21AF-491B-97D9-1BA1B9A5D663}" type="presOf" srcId="{8B1E528D-F277-45BC-AF74-F49409A78254}" destId="{49F48C19-315C-484C-933E-6822A0EDD643}" srcOrd="0" destOrd="0" presId="urn:microsoft.com/office/officeart/2005/8/layout/vList5"/>
    <dgm:cxn modelId="{C7DDF485-969B-487B-9A59-95A1E7A76441}" srcId="{8B1E528D-F277-45BC-AF74-F49409A78254}" destId="{95974D49-F6DF-460F-82E7-DC928EBF59EA}" srcOrd="1" destOrd="0" parTransId="{AC0B7F36-2FAE-405E-A16C-54D1DD977403}" sibTransId="{CE63092B-E540-4B6A-AA51-6501086CF0BF}"/>
    <dgm:cxn modelId="{D4CBCA8F-9246-4865-B8E4-2F9A9E15B999}" type="presOf" srcId="{AC7D689D-90B0-4633-A481-6E852D100C65}" destId="{6E01CFA3-4067-452D-AD4C-A07A32D98561}" srcOrd="0" destOrd="0" presId="urn:microsoft.com/office/officeart/2005/8/layout/vList5"/>
    <dgm:cxn modelId="{3F84E19D-36B4-4CAA-BE75-CE9FE8474E44}" type="presOf" srcId="{95974D49-F6DF-460F-82E7-DC928EBF59EA}" destId="{83809859-737B-46D6-8056-0B51D4541397}" srcOrd="0" destOrd="0" presId="urn:microsoft.com/office/officeart/2005/8/layout/vList5"/>
    <dgm:cxn modelId="{35429CBC-0CED-49A9-8BDC-0B83366F3226}" srcId="{8B1E528D-F277-45BC-AF74-F49409A78254}" destId="{AC7D689D-90B0-4633-A481-6E852D100C65}" srcOrd="0" destOrd="0" parTransId="{DB4DB174-7466-42CF-A729-7919B08BCA15}" sibTransId="{75692798-295B-4174-BFD8-33B575D1E2F5}"/>
    <dgm:cxn modelId="{AA0C15D6-4EE7-430F-8043-27EA5D3EADC6}" srcId="{AC7D689D-90B0-4633-A481-6E852D100C65}" destId="{1C96F6C4-B9EB-4321-9263-82EE4014CA3D}" srcOrd="0" destOrd="0" parTransId="{79605200-5432-48BD-AF22-21D8CD4C5522}" sibTransId="{77222B69-BDCD-47B9-92C3-3ED7F4657175}"/>
    <dgm:cxn modelId="{25F12FE5-7A18-4181-BBD9-B8864C1E6751}" type="presOf" srcId="{2E40F792-DD91-48D8-AD91-794DC6C8CDF5}" destId="{46884875-7AAC-4989-89EC-5ADB90846249}" srcOrd="0" destOrd="0" presId="urn:microsoft.com/office/officeart/2005/8/layout/vList5"/>
    <dgm:cxn modelId="{17BF9BF6-8345-4AC4-8847-7CFE442964C3}" type="presOf" srcId="{1C96F6C4-B9EB-4321-9263-82EE4014CA3D}" destId="{4B51CEF7-20C2-4802-B765-86E872356A99}" srcOrd="0" destOrd="0" presId="urn:microsoft.com/office/officeart/2005/8/layout/vList5"/>
    <dgm:cxn modelId="{BD1CEE14-F91F-4328-B87C-CE9DA1D7F48E}" type="presParOf" srcId="{49F48C19-315C-484C-933E-6822A0EDD643}" destId="{96F68F60-9E19-4205-8675-A93362FC79A7}" srcOrd="0" destOrd="0" presId="urn:microsoft.com/office/officeart/2005/8/layout/vList5"/>
    <dgm:cxn modelId="{DFED7958-51F6-4879-89A0-E6F5B58A5ABF}" type="presParOf" srcId="{96F68F60-9E19-4205-8675-A93362FC79A7}" destId="{6E01CFA3-4067-452D-AD4C-A07A32D98561}" srcOrd="0" destOrd="0" presId="urn:microsoft.com/office/officeart/2005/8/layout/vList5"/>
    <dgm:cxn modelId="{289D95DD-0100-4726-8B7E-AF97ACDD06CF}" type="presParOf" srcId="{96F68F60-9E19-4205-8675-A93362FC79A7}" destId="{4B51CEF7-20C2-4802-B765-86E872356A99}" srcOrd="1" destOrd="0" presId="urn:microsoft.com/office/officeart/2005/8/layout/vList5"/>
    <dgm:cxn modelId="{9883B30F-FFE6-4CE5-AAE8-F6B16C8F9D79}" type="presParOf" srcId="{49F48C19-315C-484C-933E-6822A0EDD643}" destId="{25442075-E2A1-4576-9A34-FFAB25F0931E}" srcOrd="1" destOrd="0" presId="urn:microsoft.com/office/officeart/2005/8/layout/vList5"/>
    <dgm:cxn modelId="{CD81CA63-2C96-48A0-A7E9-2645EB7DBD97}" type="presParOf" srcId="{49F48C19-315C-484C-933E-6822A0EDD643}" destId="{1E9C114C-A428-4893-A76B-31525D48D16C}" srcOrd="2" destOrd="0" presId="urn:microsoft.com/office/officeart/2005/8/layout/vList5"/>
    <dgm:cxn modelId="{DECA03F2-99EF-4F25-A352-AD9420698ADF}" type="presParOf" srcId="{1E9C114C-A428-4893-A76B-31525D48D16C}" destId="{83809859-737B-46D6-8056-0B51D4541397}" srcOrd="0" destOrd="0" presId="urn:microsoft.com/office/officeart/2005/8/layout/vList5"/>
    <dgm:cxn modelId="{5611E400-C6E4-4255-BC97-D80CF4ED744F}" type="presParOf" srcId="{1E9C114C-A428-4893-A76B-31525D48D16C}" destId="{46884875-7AAC-4989-89EC-5ADB90846249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6DC55D00-9560-4663-88BF-84FC5A754970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5D36E053-8BA1-4632-B8A3-32C572091F8D}">
      <dgm:prSet/>
      <dgm:spPr/>
      <dgm:t>
        <a:bodyPr/>
        <a:lstStyle/>
        <a:p>
          <a:r>
            <a:rPr lang="en-GB" baseline="0" dirty="0"/>
            <a:t>The ‘arrow’: </a:t>
          </a:r>
          <a:r>
            <a:rPr lang="en-GB" baseline="0" dirty="0">
              <a:latin typeface="Courier New" panose="02070309020205020404" pitchFamily="49" charset="0"/>
              <a:cs typeface="Courier New" panose="02070309020205020404" pitchFamily="49" charset="0"/>
            </a:rPr>
            <a:t>x &lt;- 2</a:t>
          </a:r>
          <a:endParaRPr lang="en-US" dirty="0">
            <a:latin typeface="Courier New" panose="02070309020205020404" pitchFamily="49" charset="0"/>
            <a:cs typeface="Courier New" panose="02070309020205020404" pitchFamily="49" charset="0"/>
          </a:endParaRPr>
        </a:p>
      </dgm:t>
    </dgm:pt>
    <dgm:pt modelId="{1D25D802-3BC2-48C3-8ADF-947B36446399}" type="parTrans" cxnId="{27058336-E17F-4F55-95F5-0B0B3B29224E}">
      <dgm:prSet/>
      <dgm:spPr/>
      <dgm:t>
        <a:bodyPr/>
        <a:lstStyle/>
        <a:p>
          <a:endParaRPr lang="en-US"/>
        </a:p>
      </dgm:t>
    </dgm:pt>
    <dgm:pt modelId="{A887EC45-75DB-4A4D-AB2D-F5BF8AFF34FE}" type="sibTrans" cxnId="{27058336-E17F-4F55-95F5-0B0B3B29224E}">
      <dgm:prSet/>
      <dgm:spPr/>
      <dgm:t>
        <a:bodyPr/>
        <a:lstStyle/>
        <a:p>
          <a:endParaRPr lang="en-US"/>
        </a:p>
      </dgm:t>
    </dgm:pt>
    <dgm:pt modelId="{0258A381-5321-46FC-AAE4-856C2E137F96}">
      <dgm:prSet/>
      <dgm:spPr/>
      <dgm:t>
        <a:bodyPr/>
        <a:lstStyle/>
        <a:p>
          <a:r>
            <a:rPr lang="en-GB" baseline="0" dirty="0"/>
            <a:t>Equals sign: </a:t>
          </a:r>
          <a:r>
            <a:rPr lang="en-GB" baseline="0" dirty="0">
              <a:latin typeface="Courier New" panose="02070309020205020404" pitchFamily="49" charset="0"/>
              <a:cs typeface="Courier New" panose="02070309020205020404" pitchFamily="49" charset="0"/>
            </a:rPr>
            <a:t>x = 2 </a:t>
          </a:r>
          <a:endParaRPr lang="en-US" dirty="0">
            <a:latin typeface="Courier New" panose="02070309020205020404" pitchFamily="49" charset="0"/>
            <a:cs typeface="Courier New" panose="02070309020205020404" pitchFamily="49" charset="0"/>
          </a:endParaRPr>
        </a:p>
      </dgm:t>
    </dgm:pt>
    <dgm:pt modelId="{8ABC8B43-82B0-4469-ADF5-FBACF44E0824}" type="parTrans" cxnId="{198D2604-4176-4C9E-9533-55671983D571}">
      <dgm:prSet/>
      <dgm:spPr/>
      <dgm:t>
        <a:bodyPr/>
        <a:lstStyle/>
        <a:p>
          <a:endParaRPr lang="en-US"/>
        </a:p>
      </dgm:t>
    </dgm:pt>
    <dgm:pt modelId="{C95DC410-D877-496F-A026-0317AAFCCB94}" type="sibTrans" cxnId="{198D2604-4176-4C9E-9533-55671983D571}">
      <dgm:prSet/>
      <dgm:spPr/>
      <dgm:t>
        <a:bodyPr/>
        <a:lstStyle/>
        <a:p>
          <a:endParaRPr lang="en-US"/>
        </a:p>
      </dgm:t>
    </dgm:pt>
    <dgm:pt modelId="{60BB4E4A-ADC1-40E2-8B6B-FEA9CBC72B19}" type="pres">
      <dgm:prSet presAssocID="{6DC55D00-9560-4663-88BF-84FC5A754970}" presName="root" presStyleCnt="0">
        <dgm:presLayoutVars>
          <dgm:dir/>
          <dgm:resizeHandles val="exact"/>
        </dgm:presLayoutVars>
      </dgm:prSet>
      <dgm:spPr/>
    </dgm:pt>
    <dgm:pt modelId="{9C8ADE6D-0677-4252-B42B-3A023040E9AF}" type="pres">
      <dgm:prSet presAssocID="{5D36E053-8BA1-4632-B8A3-32C572091F8D}" presName="compNode" presStyleCnt="0"/>
      <dgm:spPr/>
    </dgm:pt>
    <dgm:pt modelId="{E39E5004-6AD0-4571-8DDF-29ED5BDB55D3}" type="pres">
      <dgm:prSet presAssocID="{5D36E053-8BA1-4632-B8A3-32C572091F8D}" presName="iconRect" presStyleLbl="node1" presStyleIdx="0" presStyleCnt="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ine Arrow: Straight"/>
        </a:ext>
      </dgm:extLst>
    </dgm:pt>
    <dgm:pt modelId="{C0145F3B-4B10-47C6-A6EF-9A007076BB5F}" type="pres">
      <dgm:prSet presAssocID="{5D36E053-8BA1-4632-B8A3-32C572091F8D}" presName="spaceRect" presStyleCnt="0"/>
      <dgm:spPr/>
    </dgm:pt>
    <dgm:pt modelId="{C138C939-FACC-4B09-A7BB-4020FB11E2E0}" type="pres">
      <dgm:prSet presAssocID="{5D36E053-8BA1-4632-B8A3-32C572091F8D}" presName="textRect" presStyleLbl="revTx" presStyleIdx="0" presStyleCnt="2">
        <dgm:presLayoutVars>
          <dgm:chMax val="1"/>
          <dgm:chPref val="1"/>
        </dgm:presLayoutVars>
      </dgm:prSet>
      <dgm:spPr/>
    </dgm:pt>
    <dgm:pt modelId="{9FAFB3D2-652E-4923-9D2F-C08F9FF56758}" type="pres">
      <dgm:prSet presAssocID="{A887EC45-75DB-4A4D-AB2D-F5BF8AFF34FE}" presName="sibTrans" presStyleCnt="0"/>
      <dgm:spPr/>
    </dgm:pt>
    <dgm:pt modelId="{1A2F6707-D5D6-429B-89CF-0C4A7C46414D}" type="pres">
      <dgm:prSet presAssocID="{0258A381-5321-46FC-AAE4-856C2E137F96}" presName="compNode" presStyleCnt="0"/>
      <dgm:spPr/>
    </dgm:pt>
    <dgm:pt modelId="{6923C569-9E1A-4049-AB02-3424F95F8B1D}" type="pres">
      <dgm:prSet presAssocID="{0258A381-5321-46FC-AAE4-856C2E137F96}" presName="iconRect" presStyleLbl="node1" presStyleIdx="1" presStyleCnt="2" custScaleX="180139"/>
      <dgm:spPr>
        <a:prstGeom prst="mathEqual">
          <a:avLst/>
        </a:prstGeom>
        <a:ln>
          <a:noFill/>
        </a:ln>
      </dgm:spPr>
    </dgm:pt>
    <dgm:pt modelId="{EF87B223-6A9B-4EE4-80C1-87B6EBFCE224}" type="pres">
      <dgm:prSet presAssocID="{0258A381-5321-46FC-AAE4-856C2E137F96}" presName="spaceRect" presStyleCnt="0"/>
      <dgm:spPr/>
    </dgm:pt>
    <dgm:pt modelId="{510F7EA1-E374-497F-BCA9-7A6529B4DAEB}" type="pres">
      <dgm:prSet presAssocID="{0258A381-5321-46FC-AAE4-856C2E137F96}" presName="textRect" presStyleLbl="revTx" presStyleIdx="1" presStyleCnt="2">
        <dgm:presLayoutVars>
          <dgm:chMax val="1"/>
          <dgm:chPref val="1"/>
        </dgm:presLayoutVars>
      </dgm:prSet>
      <dgm:spPr/>
    </dgm:pt>
  </dgm:ptLst>
  <dgm:cxnLst>
    <dgm:cxn modelId="{198D2604-4176-4C9E-9533-55671983D571}" srcId="{6DC55D00-9560-4663-88BF-84FC5A754970}" destId="{0258A381-5321-46FC-AAE4-856C2E137F96}" srcOrd="1" destOrd="0" parTransId="{8ABC8B43-82B0-4469-ADF5-FBACF44E0824}" sibTransId="{C95DC410-D877-496F-A026-0317AAFCCB94}"/>
    <dgm:cxn modelId="{27058336-E17F-4F55-95F5-0B0B3B29224E}" srcId="{6DC55D00-9560-4663-88BF-84FC5A754970}" destId="{5D36E053-8BA1-4632-B8A3-32C572091F8D}" srcOrd="0" destOrd="0" parTransId="{1D25D802-3BC2-48C3-8ADF-947B36446399}" sibTransId="{A887EC45-75DB-4A4D-AB2D-F5BF8AFF34FE}"/>
    <dgm:cxn modelId="{697BC83D-EFBA-44C7-9EAF-A4F25A698771}" type="presOf" srcId="{6DC55D00-9560-4663-88BF-84FC5A754970}" destId="{60BB4E4A-ADC1-40E2-8B6B-FEA9CBC72B19}" srcOrd="0" destOrd="0" presId="urn:microsoft.com/office/officeart/2018/2/layout/IconLabelList"/>
    <dgm:cxn modelId="{D7841C6B-3250-4E29-99A6-77BEC642C855}" type="presOf" srcId="{5D36E053-8BA1-4632-B8A3-32C572091F8D}" destId="{C138C939-FACC-4B09-A7BB-4020FB11E2E0}" srcOrd="0" destOrd="0" presId="urn:microsoft.com/office/officeart/2018/2/layout/IconLabelList"/>
    <dgm:cxn modelId="{071FE86B-4F49-4EFF-A424-18B41DEE84E2}" type="presOf" srcId="{0258A381-5321-46FC-AAE4-856C2E137F96}" destId="{510F7EA1-E374-497F-BCA9-7A6529B4DAEB}" srcOrd="0" destOrd="0" presId="urn:microsoft.com/office/officeart/2018/2/layout/IconLabelList"/>
    <dgm:cxn modelId="{DA8C7BCB-A4E8-4088-9201-31F72B715E0D}" type="presParOf" srcId="{60BB4E4A-ADC1-40E2-8B6B-FEA9CBC72B19}" destId="{9C8ADE6D-0677-4252-B42B-3A023040E9AF}" srcOrd="0" destOrd="0" presId="urn:microsoft.com/office/officeart/2018/2/layout/IconLabelList"/>
    <dgm:cxn modelId="{48D3B886-F864-496F-961F-6596F58A9EBB}" type="presParOf" srcId="{9C8ADE6D-0677-4252-B42B-3A023040E9AF}" destId="{E39E5004-6AD0-4571-8DDF-29ED5BDB55D3}" srcOrd="0" destOrd="0" presId="urn:microsoft.com/office/officeart/2018/2/layout/IconLabelList"/>
    <dgm:cxn modelId="{8FF72C2C-8337-4B95-9A33-9229F5B799FB}" type="presParOf" srcId="{9C8ADE6D-0677-4252-B42B-3A023040E9AF}" destId="{C0145F3B-4B10-47C6-A6EF-9A007076BB5F}" srcOrd="1" destOrd="0" presId="urn:microsoft.com/office/officeart/2018/2/layout/IconLabelList"/>
    <dgm:cxn modelId="{6A700D32-ED8B-4C62-85D8-349928F371C7}" type="presParOf" srcId="{9C8ADE6D-0677-4252-B42B-3A023040E9AF}" destId="{C138C939-FACC-4B09-A7BB-4020FB11E2E0}" srcOrd="2" destOrd="0" presId="urn:microsoft.com/office/officeart/2018/2/layout/IconLabelList"/>
    <dgm:cxn modelId="{A23EEC32-1FE0-43E5-AE7D-CF5C5F5EA14C}" type="presParOf" srcId="{60BB4E4A-ADC1-40E2-8B6B-FEA9CBC72B19}" destId="{9FAFB3D2-652E-4923-9D2F-C08F9FF56758}" srcOrd="1" destOrd="0" presId="urn:microsoft.com/office/officeart/2018/2/layout/IconLabelList"/>
    <dgm:cxn modelId="{94CB86A6-0ABD-4C12-9E14-713972322B6A}" type="presParOf" srcId="{60BB4E4A-ADC1-40E2-8B6B-FEA9CBC72B19}" destId="{1A2F6707-D5D6-429B-89CF-0C4A7C46414D}" srcOrd="2" destOrd="0" presId="urn:microsoft.com/office/officeart/2018/2/layout/IconLabelList"/>
    <dgm:cxn modelId="{0D19F799-8E4B-4E90-94DF-6F75D301FFDE}" type="presParOf" srcId="{1A2F6707-D5D6-429B-89CF-0C4A7C46414D}" destId="{6923C569-9E1A-4049-AB02-3424F95F8B1D}" srcOrd="0" destOrd="0" presId="urn:microsoft.com/office/officeart/2018/2/layout/IconLabelList"/>
    <dgm:cxn modelId="{0A3471D6-3725-4605-B655-EC6FE5683977}" type="presParOf" srcId="{1A2F6707-D5D6-429B-89CF-0C4A7C46414D}" destId="{EF87B223-6A9B-4EE4-80C1-87B6EBFCE224}" srcOrd="1" destOrd="0" presId="urn:microsoft.com/office/officeart/2018/2/layout/IconLabelList"/>
    <dgm:cxn modelId="{78E8D400-5844-4FE1-9EAB-C69E83C27FD1}" type="presParOf" srcId="{1A2F6707-D5D6-429B-89CF-0C4A7C46414D}" destId="{510F7EA1-E374-497F-BCA9-7A6529B4DAEB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648D35A4-01BF-4BE2-85AB-420E175BA149}" type="doc">
      <dgm:prSet loTypeId="urn:microsoft.com/office/officeart/2005/8/layout/hierarchy3" loCatId="hierarchy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409007F4-5BF7-4C73-B730-DB576F0A2E49}">
      <dgm:prSet/>
      <dgm:spPr/>
      <dgm:t>
        <a:bodyPr/>
        <a:lstStyle/>
        <a:p>
          <a:r>
            <a:rPr lang="en-GB" b="0" dirty="0">
              <a:latin typeface="Courier New" panose="02070309020205020404" pitchFamily="49" charset="0"/>
              <a:cs typeface="Courier New" panose="02070309020205020404" pitchFamily="49" charset="0"/>
            </a:rPr>
            <a:t>?</a:t>
          </a:r>
          <a:r>
            <a:rPr lang="en-GB" b="0" dirty="0"/>
            <a:t> and </a:t>
          </a:r>
          <a:r>
            <a:rPr lang="en-GB" b="0" dirty="0">
              <a:latin typeface="Courier New" panose="02070309020205020404" pitchFamily="49" charset="0"/>
              <a:cs typeface="Courier New" panose="02070309020205020404" pitchFamily="49" charset="0"/>
            </a:rPr>
            <a:t>??</a:t>
          </a:r>
          <a:endParaRPr lang="en-US" dirty="0">
            <a:latin typeface="Courier New" panose="02070309020205020404" pitchFamily="49" charset="0"/>
            <a:cs typeface="Courier New" panose="02070309020205020404" pitchFamily="49" charset="0"/>
          </a:endParaRPr>
        </a:p>
      </dgm:t>
    </dgm:pt>
    <dgm:pt modelId="{39C42CA4-CE5D-4AD1-87AD-784C3AAD2CDC}" type="parTrans" cxnId="{C55D289B-C9A3-46BE-9D27-AEBCA55A1F4C}">
      <dgm:prSet/>
      <dgm:spPr/>
      <dgm:t>
        <a:bodyPr/>
        <a:lstStyle/>
        <a:p>
          <a:endParaRPr lang="en-US"/>
        </a:p>
      </dgm:t>
    </dgm:pt>
    <dgm:pt modelId="{642EE37A-A8DB-451F-9829-338749807D79}" type="sibTrans" cxnId="{C55D289B-C9A3-46BE-9D27-AEBCA55A1F4C}">
      <dgm:prSet/>
      <dgm:spPr/>
      <dgm:t>
        <a:bodyPr/>
        <a:lstStyle/>
        <a:p>
          <a:endParaRPr lang="en-US"/>
        </a:p>
      </dgm:t>
    </dgm:pt>
    <dgm:pt modelId="{049CE1A3-32DA-4AFF-B4A3-6860459AF9C2}">
      <dgm:prSet/>
      <dgm:spPr/>
      <dgm:t>
        <a:bodyPr/>
        <a:lstStyle/>
        <a:p>
          <a:r>
            <a:rPr lang="en-GB" b="0"/>
            <a:t>Google!</a:t>
          </a:r>
          <a:endParaRPr lang="en-US"/>
        </a:p>
      </dgm:t>
    </dgm:pt>
    <dgm:pt modelId="{1130CF42-226C-412D-BCEB-00B1A66E802E}" type="parTrans" cxnId="{D8E1ACF6-1AD7-471A-853D-517151A7A01E}">
      <dgm:prSet/>
      <dgm:spPr/>
      <dgm:t>
        <a:bodyPr/>
        <a:lstStyle/>
        <a:p>
          <a:endParaRPr lang="en-US"/>
        </a:p>
      </dgm:t>
    </dgm:pt>
    <dgm:pt modelId="{235BC449-17E1-4832-AAFF-80BF88C7F2C0}" type="sibTrans" cxnId="{D8E1ACF6-1AD7-471A-853D-517151A7A01E}">
      <dgm:prSet/>
      <dgm:spPr/>
      <dgm:t>
        <a:bodyPr/>
        <a:lstStyle/>
        <a:p>
          <a:endParaRPr lang="en-US"/>
        </a:p>
      </dgm:t>
    </dgm:pt>
    <dgm:pt modelId="{A5155398-1346-490A-96CA-7C892C6994F6}">
      <dgm:prSet/>
      <dgm:spPr/>
      <dgm:t>
        <a:bodyPr/>
        <a:lstStyle/>
        <a:p>
          <a:pPr algn="ctr"/>
          <a:r>
            <a:rPr lang="en-US" dirty="0">
              <a:latin typeface="Courier New" panose="02070309020205020404" pitchFamily="49" charset="0"/>
              <a:cs typeface="Courier New" panose="02070309020205020404" pitchFamily="49" charset="0"/>
            </a:rPr>
            <a:t>help()</a:t>
          </a:r>
        </a:p>
      </dgm:t>
    </dgm:pt>
    <dgm:pt modelId="{4E59B68E-54F2-43A2-A5B5-1A58CD8D8588}" type="parTrans" cxnId="{AB91DEF0-A91C-4F46-85DF-5F5041C7C287}">
      <dgm:prSet/>
      <dgm:spPr/>
      <dgm:t>
        <a:bodyPr/>
        <a:lstStyle/>
        <a:p>
          <a:endParaRPr lang="en-GB"/>
        </a:p>
      </dgm:t>
    </dgm:pt>
    <dgm:pt modelId="{C3971E09-6ED4-4F96-94AE-23C9FBE14A41}" type="sibTrans" cxnId="{AB91DEF0-A91C-4F46-85DF-5F5041C7C287}">
      <dgm:prSet/>
      <dgm:spPr/>
      <dgm:t>
        <a:bodyPr/>
        <a:lstStyle/>
        <a:p>
          <a:endParaRPr lang="en-GB"/>
        </a:p>
      </dgm:t>
    </dgm:pt>
    <dgm:pt modelId="{4965B050-8788-4182-8052-6E0D4288F483}" type="pres">
      <dgm:prSet presAssocID="{648D35A4-01BF-4BE2-85AB-420E175BA149}" presName="diagram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7CCD23DA-205E-4975-A2AF-E59E56F38B04}" type="pres">
      <dgm:prSet presAssocID="{409007F4-5BF7-4C73-B730-DB576F0A2E49}" presName="root" presStyleCnt="0"/>
      <dgm:spPr/>
    </dgm:pt>
    <dgm:pt modelId="{CC13F5F2-9EAC-4F05-8C00-A68B7BD57EA8}" type="pres">
      <dgm:prSet presAssocID="{409007F4-5BF7-4C73-B730-DB576F0A2E49}" presName="rootComposite" presStyleCnt="0"/>
      <dgm:spPr/>
    </dgm:pt>
    <dgm:pt modelId="{CFA1AA2B-963E-4F5C-9993-8744E8D96A25}" type="pres">
      <dgm:prSet presAssocID="{409007F4-5BF7-4C73-B730-DB576F0A2E49}" presName="rootText" presStyleLbl="node1" presStyleIdx="0" presStyleCnt="3"/>
      <dgm:spPr/>
    </dgm:pt>
    <dgm:pt modelId="{97C2B76E-9E1D-4BAF-BE60-EDBB5728C701}" type="pres">
      <dgm:prSet presAssocID="{409007F4-5BF7-4C73-B730-DB576F0A2E49}" presName="rootConnector" presStyleLbl="node1" presStyleIdx="0" presStyleCnt="3"/>
      <dgm:spPr/>
    </dgm:pt>
    <dgm:pt modelId="{BBB7F6EB-CC16-41B8-84BB-0D1A75CCB7E4}" type="pres">
      <dgm:prSet presAssocID="{409007F4-5BF7-4C73-B730-DB576F0A2E49}" presName="childShape" presStyleCnt="0"/>
      <dgm:spPr/>
    </dgm:pt>
    <dgm:pt modelId="{E32E9E5A-F31A-4BDC-A787-BFB6495FA370}" type="pres">
      <dgm:prSet presAssocID="{A5155398-1346-490A-96CA-7C892C6994F6}" presName="root" presStyleCnt="0"/>
      <dgm:spPr/>
    </dgm:pt>
    <dgm:pt modelId="{C218C2B8-158D-4E38-97AF-2CD1D582D854}" type="pres">
      <dgm:prSet presAssocID="{A5155398-1346-490A-96CA-7C892C6994F6}" presName="rootComposite" presStyleCnt="0"/>
      <dgm:spPr/>
    </dgm:pt>
    <dgm:pt modelId="{A15FFCAE-63E1-476B-9F7C-AB0C279A625C}" type="pres">
      <dgm:prSet presAssocID="{A5155398-1346-490A-96CA-7C892C6994F6}" presName="rootText" presStyleLbl="node1" presStyleIdx="1" presStyleCnt="3" custLinFactNeighborX="-1050"/>
      <dgm:spPr/>
    </dgm:pt>
    <dgm:pt modelId="{3B069C24-AFB2-4FE4-8E6E-32068914BEF9}" type="pres">
      <dgm:prSet presAssocID="{A5155398-1346-490A-96CA-7C892C6994F6}" presName="rootConnector" presStyleLbl="node1" presStyleIdx="1" presStyleCnt="3"/>
      <dgm:spPr/>
    </dgm:pt>
    <dgm:pt modelId="{155F2A4D-711C-4C5E-95D9-EA3FD18216CD}" type="pres">
      <dgm:prSet presAssocID="{A5155398-1346-490A-96CA-7C892C6994F6}" presName="childShape" presStyleCnt="0"/>
      <dgm:spPr/>
    </dgm:pt>
    <dgm:pt modelId="{6A431EF9-3EBC-429E-96D3-315250414C6A}" type="pres">
      <dgm:prSet presAssocID="{049CE1A3-32DA-4AFF-B4A3-6860459AF9C2}" presName="root" presStyleCnt="0"/>
      <dgm:spPr/>
    </dgm:pt>
    <dgm:pt modelId="{07757F33-804A-45CC-B75D-2F3C54EADBC5}" type="pres">
      <dgm:prSet presAssocID="{049CE1A3-32DA-4AFF-B4A3-6860459AF9C2}" presName="rootComposite" presStyleCnt="0"/>
      <dgm:spPr/>
    </dgm:pt>
    <dgm:pt modelId="{E10B2835-C58B-4280-9CF4-EDA81C365B0B}" type="pres">
      <dgm:prSet presAssocID="{049CE1A3-32DA-4AFF-B4A3-6860459AF9C2}" presName="rootText" presStyleLbl="node1" presStyleIdx="2" presStyleCnt="3"/>
      <dgm:spPr/>
    </dgm:pt>
    <dgm:pt modelId="{15942E6B-33A5-453C-984F-C15F93E172CB}" type="pres">
      <dgm:prSet presAssocID="{049CE1A3-32DA-4AFF-B4A3-6860459AF9C2}" presName="rootConnector" presStyleLbl="node1" presStyleIdx="2" presStyleCnt="3"/>
      <dgm:spPr/>
    </dgm:pt>
    <dgm:pt modelId="{9006D791-B175-4C85-9EFE-0959E97057FA}" type="pres">
      <dgm:prSet presAssocID="{049CE1A3-32DA-4AFF-B4A3-6860459AF9C2}" presName="childShape" presStyleCnt="0"/>
      <dgm:spPr/>
    </dgm:pt>
  </dgm:ptLst>
  <dgm:cxnLst>
    <dgm:cxn modelId="{0DB94037-E652-45DF-BC08-7789B280EFEC}" type="presOf" srcId="{A5155398-1346-490A-96CA-7C892C6994F6}" destId="{A15FFCAE-63E1-476B-9F7C-AB0C279A625C}" srcOrd="0" destOrd="0" presId="urn:microsoft.com/office/officeart/2005/8/layout/hierarchy3"/>
    <dgm:cxn modelId="{CED62964-289D-4BC6-9C97-EF3431AD88B2}" type="presOf" srcId="{409007F4-5BF7-4C73-B730-DB576F0A2E49}" destId="{97C2B76E-9E1D-4BAF-BE60-EDBB5728C701}" srcOrd="1" destOrd="0" presId="urn:microsoft.com/office/officeart/2005/8/layout/hierarchy3"/>
    <dgm:cxn modelId="{C55D289B-C9A3-46BE-9D27-AEBCA55A1F4C}" srcId="{648D35A4-01BF-4BE2-85AB-420E175BA149}" destId="{409007F4-5BF7-4C73-B730-DB576F0A2E49}" srcOrd="0" destOrd="0" parTransId="{39C42CA4-CE5D-4AD1-87AD-784C3AAD2CDC}" sibTransId="{642EE37A-A8DB-451F-9829-338749807D79}"/>
    <dgm:cxn modelId="{7D47FCA1-EE5A-456E-90E1-5CDA6590D12E}" type="presOf" srcId="{409007F4-5BF7-4C73-B730-DB576F0A2E49}" destId="{CFA1AA2B-963E-4F5C-9993-8744E8D96A25}" srcOrd="0" destOrd="0" presId="urn:microsoft.com/office/officeart/2005/8/layout/hierarchy3"/>
    <dgm:cxn modelId="{F65C26AD-2618-438A-8618-92BFCA19CD44}" type="presOf" srcId="{A5155398-1346-490A-96CA-7C892C6994F6}" destId="{3B069C24-AFB2-4FE4-8E6E-32068914BEF9}" srcOrd="1" destOrd="0" presId="urn:microsoft.com/office/officeart/2005/8/layout/hierarchy3"/>
    <dgm:cxn modelId="{DA7550D5-03C0-43EE-BA25-287482AE3BDC}" type="presOf" srcId="{648D35A4-01BF-4BE2-85AB-420E175BA149}" destId="{4965B050-8788-4182-8052-6E0D4288F483}" srcOrd="0" destOrd="0" presId="urn:microsoft.com/office/officeart/2005/8/layout/hierarchy3"/>
    <dgm:cxn modelId="{2A481FD8-1E11-4E41-A5D3-2AF70AF1BF0B}" type="presOf" srcId="{049CE1A3-32DA-4AFF-B4A3-6860459AF9C2}" destId="{15942E6B-33A5-453C-984F-C15F93E172CB}" srcOrd="1" destOrd="0" presId="urn:microsoft.com/office/officeart/2005/8/layout/hierarchy3"/>
    <dgm:cxn modelId="{E66EC2DE-984B-43CD-983C-A19A899A14A5}" type="presOf" srcId="{049CE1A3-32DA-4AFF-B4A3-6860459AF9C2}" destId="{E10B2835-C58B-4280-9CF4-EDA81C365B0B}" srcOrd="0" destOrd="0" presId="urn:microsoft.com/office/officeart/2005/8/layout/hierarchy3"/>
    <dgm:cxn modelId="{AB91DEF0-A91C-4F46-85DF-5F5041C7C287}" srcId="{648D35A4-01BF-4BE2-85AB-420E175BA149}" destId="{A5155398-1346-490A-96CA-7C892C6994F6}" srcOrd="1" destOrd="0" parTransId="{4E59B68E-54F2-43A2-A5B5-1A58CD8D8588}" sibTransId="{C3971E09-6ED4-4F96-94AE-23C9FBE14A41}"/>
    <dgm:cxn modelId="{D8E1ACF6-1AD7-471A-853D-517151A7A01E}" srcId="{648D35A4-01BF-4BE2-85AB-420E175BA149}" destId="{049CE1A3-32DA-4AFF-B4A3-6860459AF9C2}" srcOrd="2" destOrd="0" parTransId="{1130CF42-226C-412D-BCEB-00B1A66E802E}" sibTransId="{235BC449-17E1-4832-AAFF-80BF88C7F2C0}"/>
    <dgm:cxn modelId="{A5FB3084-8125-4D06-8147-74BEA948569E}" type="presParOf" srcId="{4965B050-8788-4182-8052-6E0D4288F483}" destId="{7CCD23DA-205E-4975-A2AF-E59E56F38B04}" srcOrd="0" destOrd="0" presId="urn:microsoft.com/office/officeart/2005/8/layout/hierarchy3"/>
    <dgm:cxn modelId="{0B093395-2A94-4493-AC44-296A83994E0C}" type="presParOf" srcId="{7CCD23DA-205E-4975-A2AF-E59E56F38B04}" destId="{CC13F5F2-9EAC-4F05-8C00-A68B7BD57EA8}" srcOrd="0" destOrd="0" presId="urn:microsoft.com/office/officeart/2005/8/layout/hierarchy3"/>
    <dgm:cxn modelId="{9536BE11-5CA0-487D-808F-D501F1F97E72}" type="presParOf" srcId="{CC13F5F2-9EAC-4F05-8C00-A68B7BD57EA8}" destId="{CFA1AA2B-963E-4F5C-9993-8744E8D96A25}" srcOrd="0" destOrd="0" presId="urn:microsoft.com/office/officeart/2005/8/layout/hierarchy3"/>
    <dgm:cxn modelId="{C0C34B8D-1CF5-4C5C-B9B5-EB94829774FD}" type="presParOf" srcId="{CC13F5F2-9EAC-4F05-8C00-A68B7BD57EA8}" destId="{97C2B76E-9E1D-4BAF-BE60-EDBB5728C701}" srcOrd="1" destOrd="0" presId="urn:microsoft.com/office/officeart/2005/8/layout/hierarchy3"/>
    <dgm:cxn modelId="{C09C7C6E-39BA-467C-913E-BB276305EDBB}" type="presParOf" srcId="{7CCD23DA-205E-4975-A2AF-E59E56F38B04}" destId="{BBB7F6EB-CC16-41B8-84BB-0D1A75CCB7E4}" srcOrd="1" destOrd="0" presId="urn:microsoft.com/office/officeart/2005/8/layout/hierarchy3"/>
    <dgm:cxn modelId="{5D7C0590-A5FE-4C92-A50A-8B80D88CC5EF}" type="presParOf" srcId="{4965B050-8788-4182-8052-6E0D4288F483}" destId="{E32E9E5A-F31A-4BDC-A787-BFB6495FA370}" srcOrd="1" destOrd="0" presId="urn:microsoft.com/office/officeart/2005/8/layout/hierarchy3"/>
    <dgm:cxn modelId="{7C7DF2F5-BBE8-4469-AC6F-3F4BA0C484ED}" type="presParOf" srcId="{E32E9E5A-F31A-4BDC-A787-BFB6495FA370}" destId="{C218C2B8-158D-4E38-97AF-2CD1D582D854}" srcOrd="0" destOrd="0" presId="urn:microsoft.com/office/officeart/2005/8/layout/hierarchy3"/>
    <dgm:cxn modelId="{59AAD1FF-0838-4A75-9F73-7C3D4F4D5E64}" type="presParOf" srcId="{C218C2B8-158D-4E38-97AF-2CD1D582D854}" destId="{A15FFCAE-63E1-476B-9F7C-AB0C279A625C}" srcOrd="0" destOrd="0" presId="urn:microsoft.com/office/officeart/2005/8/layout/hierarchy3"/>
    <dgm:cxn modelId="{064CE142-0330-440C-AC6B-7491FEF80FC7}" type="presParOf" srcId="{C218C2B8-158D-4E38-97AF-2CD1D582D854}" destId="{3B069C24-AFB2-4FE4-8E6E-32068914BEF9}" srcOrd="1" destOrd="0" presId="urn:microsoft.com/office/officeart/2005/8/layout/hierarchy3"/>
    <dgm:cxn modelId="{4442563C-ABE6-44D8-A523-6855803B28E5}" type="presParOf" srcId="{E32E9E5A-F31A-4BDC-A787-BFB6495FA370}" destId="{155F2A4D-711C-4C5E-95D9-EA3FD18216CD}" srcOrd="1" destOrd="0" presId="urn:microsoft.com/office/officeart/2005/8/layout/hierarchy3"/>
    <dgm:cxn modelId="{062CFA76-04A7-46A8-A0F2-62FF3DFAEEAC}" type="presParOf" srcId="{4965B050-8788-4182-8052-6E0D4288F483}" destId="{6A431EF9-3EBC-429E-96D3-315250414C6A}" srcOrd="2" destOrd="0" presId="urn:microsoft.com/office/officeart/2005/8/layout/hierarchy3"/>
    <dgm:cxn modelId="{BC151BA1-0871-4EE4-9635-A752D970D61B}" type="presParOf" srcId="{6A431EF9-3EBC-429E-96D3-315250414C6A}" destId="{07757F33-804A-45CC-B75D-2F3C54EADBC5}" srcOrd="0" destOrd="0" presId="urn:microsoft.com/office/officeart/2005/8/layout/hierarchy3"/>
    <dgm:cxn modelId="{242E17AB-8A96-40EA-8960-D2CCAFEA92E8}" type="presParOf" srcId="{07757F33-804A-45CC-B75D-2F3C54EADBC5}" destId="{E10B2835-C58B-4280-9CF4-EDA81C365B0B}" srcOrd="0" destOrd="0" presId="urn:microsoft.com/office/officeart/2005/8/layout/hierarchy3"/>
    <dgm:cxn modelId="{EE3654B9-DF24-447B-AE59-80A1A27908DA}" type="presParOf" srcId="{07757F33-804A-45CC-B75D-2F3C54EADBC5}" destId="{15942E6B-33A5-453C-984F-C15F93E172CB}" srcOrd="1" destOrd="0" presId="urn:microsoft.com/office/officeart/2005/8/layout/hierarchy3"/>
    <dgm:cxn modelId="{4ABA7B79-862B-42D0-A8FF-C5775311DEB2}" type="presParOf" srcId="{6A431EF9-3EBC-429E-96D3-315250414C6A}" destId="{9006D791-B175-4C85-9EFE-0959E97057FA}" srcOrd="1" destOrd="0" presId="urn:microsoft.com/office/officeart/2005/8/layout/hierarchy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B51CEF7-20C2-4802-B765-86E872356A99}">
      <dsp:nvSpPr>
        <dsp:cNvPr id="0" name=""/>
        <dsp:cNvSpPr/>
      </dsp:nvSpPr>
      <dsp:spPr>
        <a:xfrm rot="5400000">
          <a:off x="2639513" y="-597802"/>
          <a:ext cx="1653220" cy="3262233"/>
        </a:xfrm>
        <a:prstGeom prst="round2Same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68580" rIns="137160" bIns="68580" numCol="1" spcCol="1270" anchor="ctr" anchorCtr="0">
          <a:noAutofit/>
        </a:bodyPr>
        <a:lstStyle/>
        <a:p>
          <a:pPr marL="285750" lvl="1" indent="-285750" algn="l" defTabSz="16002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GB" sz="3600" kern="1200" dirty="0"/>
            <a:t>Pi, LETTERS</a:t>
          </a:r>
          <a:endParaRPr lang="en-US" sz="3600" kern="1200" dirty="0"/>
        </a:p>
      </dsp:txBody>
      <dsp:txXfrm rot="-5400000">
        <a:off x="1835007" y="287408"/>
        <a:ext cx="3181529" cy="1491812"/>
      </dsp:txXfrm>
    </dsp:sp>
    <dsp:sp modelId="{6E01CFA3-4067-452D-AD4C-A07A32D98561}">
      <dsp:nvSpPr>
        <dsp:cNvPr id="0" name=""/>
        <dsp:cNvSpPr/>
      </dsp:nvSpPr>
      <dsp:spPr>
        <a:xfrm>
          <a:off x="0" y="51"/>
          <a:ext cx="1835006" cy="2066525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38100" rIns="76200" bIns="381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000" b="0" kern="1200" dirty="0"/>
            <a:t>Some constants are built-in</a:t>
          </a:r>
          <a:endParaRPr lang="en-US" sz="2000" kern="1200" dirty="0"/>
        </a:p>
      </dsp:txBody>
      <dsp:txXfrm>
        <a:off x="89578" y="89629"/>
        <a:ext cx="1655850" cy="1887369"/>
      </dsp:txXfrm>
    </dsp:sp>
    <dsp:sp modelId="{46884875-7AAC-4989-89EC-5ADB90846249}">
      <dsp:nvSpPr>
        <dsp:cNvPr id="0" name=""/>
        <dsp:cNvSpPr/>
      </dsp:nvSpPr>
      <dsp:spPr>
        <a:xfrm rot="5400000">
          <a:off x="2639513" y="1572048"/>
          <a:ext cx="1653220" cy="3262233"/>
        </a:xfrm>
        <a:prstGeom prst="round2SameRect">
          <a:avLst/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68580" rIns="137160" bIns="68580" numCol="1" spcCol="1270" anchor="ctr" anchorCtr="0">
          <a:noAutofit/>
        </a:bodyPr>
        <a:lstStyle/>
        <a:p>
          <a:pPr marL="285750" lvl="1" indent="-285750" algn="l" defTabSz="16002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GB" sz="3600" kern="1200" dirty="0"/>
            <a:t>x = 10, y = 20; x + y = 30</a:t>
          </a:r>
          <a:endParaRPr lang="en-US" sz="3600" kern="1200" dirty="0"/>
        </a:p>
      </dsp:txBody>
      <dsp:txXfrm rot="-5400000">
        <a:off x="1835007" y="2457258"/>
        <a:ext cx="3181529" cy="1491812"/>
      </dsp:txXfrm>
    </dsp:sp>
    <dsp:sp modelId="{83809859-737B-46D6-8056-0B51D4541397}">
      <dsp:nvSpPr>
        <dsp:cNvPr id="0" name=""/>
        <dsp:cNvSpPr/>
      </dsp:nvSpPr>
      <dsp:spPr>
        <a:xfrm>
          <a:off x="0" y="2169903"/>
          <a:ext cx="1835006" cy="2066525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38100" rIns="76200" bIns="381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000" b="0" kern="1200" dirty="0"/>
            <a:t>Variables are placeholders</a:t>
          </a:r>
        </a:p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000" b="0" kern="1200" dirty="0"/>
            <a:t>(created by users)</a:t>
          </a:r>
          <a:endParaRPr lang="en-US" sz="2000" kern="1200" dirty="0"/>
        </a:p>
      </dsp:txBody>
      <dsp:txXfrm>
        <a:off x="89578" y="2259481"/>
        <a:ext cx="1655850" cy="1887369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39E5004-6AD0-4571-8DDF-29ED5BDB55D3}">
      <dsp:nvSpPr>
        <dsp:cNvPr id="0" name=""/>
        <dsp:cNvSpPr/>
      </dsp:nvSpPr>
      <dsp:spPr>
        <a:xfrm>
          <a:off x="965188" y="81452"/>
          <a:ext cx="1554187" cy="155418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  <a:miter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138C939-FACC-4B09-A7BB-4020FB11E2E0}">
      <dsp:nvSpPr>
        <dsp:cNvPr id="0" name=""/>
        <dsp:cNvSpPr/>
      </dsp:nvSpPr>
      <dsp:spPr>
        <a:xfrm>
          <a:off x="15406" y="2037147"/>
          <a:ext cx="3453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900" kern="1200" baseline="0" dirty="0"/>
            <a:t>The ‘arrow’: </a:t>
          </a:r>
          <a:r>
            <a:rPr lang="en-GB" sz="2900" kern="1200" baseline="0" dirty="0">
              <a:latin typeface="Courier New" panose="02070309020205020404" pitchFamily="49" charset="0"/>
              <a:cs typeface="Courier New" panose="02070309020205020404" pitchFamily="49" charset="0"/>
            </a:rPr>
            <a:t>x &lt;- 2</a:t>
          </a:r>
          <a:endParaRPr lang="en-US" sz="2900" kern="1200" dirty="0">
            <a:latin typeface="Courier New" panose="02070309020205020404" pitchFamily="49" charset="0"/>
            <a:cs typeface="Courier New" panose="02070309020205020404" pitchFamily="49" charset="0"/>
          </a:endParaRPr>
        </a:p>
      </dsp:txBody>
      <dsp:txXfrm>
        <a:off x="15406" y="2037147"/>
        <a:ext cx="3453750" cy="720000"/>
      </dsp:txXfrm>
    </dsp:sp>
    <dsp:sp modelId="{6923C569-9E1A-4049-AB02-3424F95F8B1D}">
      <dsp:nvSpPr>
        <dsp:cNvPr id="0" name=""/>
        <dsp:cNvSpPr/>
      </dsp:nvSpPr>
      <dsp:spPr>
        <a:xfrm>
          <a:off x="4400589" y="81452"/>
          <a:ext cx="2799697" cy="1554187"/>
        </a:xfrm>
        <a:prstGeom prst="mathEqual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noFill/>
          <a:prstDash val="solid"/>
          <a:miter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10F7EA1-E374-497F-BCA9-7A6529B4DAEB}">
      <dsp:nvSpPr>
        <dsp:cNvPr id="0" name=""/>
        <dsp:cNvSpPr/>
      </dsp:nvSpPr>
      <dsp:spPr>
        <a:xfrm>
          <a:off x="4073563" y="2037147"/>
          <a:ext cx="3453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900" kern="1200" baseline="0" dirty="0"/>
            <a:t>Equals sign: </a:t>
          </a:r>
          <a:r>
            <a:rPr lang="en-GB" sz="2900" kern="1200" baseline="0" dirty="0">
              <a:latin typeface="Courier New" panose="02070309020205020404" pitchFamily="49" charset="0"/>
              <a:cs typeface="Courier New" panose="02070309020205020404" pitchFamily="49" charset="0"/>
            </a:rPr>
            <a:t>x = 2 </a:t>
          </a:r>
          <a:endParaRPr lang="en-US" sz="2900" kern="1200" dirty="0">
            <a:latin typeface="Courier New" panose="02070309020205020404" pitchFamily="49" charset="0"/>
            <a:cs typeface="Courier New" panose="02070309020205020404" pitchFamily="49" charset="0"/>
          </a:endParaRPr>
        </a:p>
      </dsp:txBody>
      <dsp:txXfrm>
        <a:off x="4073563" y="2037147"/>
        <a:ext cx="3453750" cy="72000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FA1AA2B-963E-4F5C-9993-8744E8D96A25}">
      <dsp:nvSpPr>
        <dsp:cNvPr id="0" name=""/>
        <dsp:cNvSpPr/>
      </dsp:nvSpPr>
      <dsp:spPr>
        <a:xfrm>
          <a:off x="920" y="880665"/>
          <a:ext cx="2154536" cy="1077268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48260" rIns="72390" bIns="48260" numCol="1" spcCol="1270" anchor="ctr" anchorCtr="0">
          <a:noAutofit/>
        </a:bodyPr>
        <a:lstStyle/>
        <a:p>
          <a:pPr marL="0" lvl="0" indent="0" algn="ctr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800" b="0" kern="1200" dirty="0">
              <a:latin typeface="Courier New" panose="02070309020205020404" pitchFamily="49" charset="0"/>
              <a:cs typeface="Courier New" panose="02070309020205020404" pitchFamily="49" charset="0"/>
            </a:rPr>
            <a:t>?</a:t>
          </a:r>
          <a:r>
            <a:rPr lang="en-GB" sz="3800" b="0" kern="1200" dirty="0"/>
            <a:t> and </a:t>
          </a:r>
          <a:r>
            <a:rPr lang="en-GB" sz="3800" b="0" kern="1200" dirty="0">
              <a:latin typeface="Courier New" panose="02070309020205020404" pitchFamily="49" charset="0"/>
              <a:cs typeface="Courier New" panose="02070309020205020404" pitchFamily="49" charset="0"/>
            </a:rPr>
            <a:t>??</a:t>
          </a:r>
          <a:endParaRPr lang="en-US" sz="3800" kern="1200" dirty="0">
            <a:latin typeface="Courier New" panose="02070309020205020404" pitchFamily="49" charset="0"/>
            <a:cs typeface="Courier New" panose="02070309020205020404" pitchFamily="49" charset="0"/>
          </a:endParaRPr>
        </a:p>
      </dsp:txBody>
      <dsp:txXfrm>
        <a:off x="32472" y="912217"/>
        <a:ext cx="2091432" cy="1014164"/>
      </dsp:txXfrm>
    </dsp:sp>
    <dsp:sp modelId="{A15FFCAE-63E1-476B-9F7C-AB0C279A625C}">
      <dsp:nvSpPr>
        <dsp:cNvPr id="0" name=""/>
        <dsp:cNvSpPr/>
      </dsp:nvSpPr>
      <dsp:spPr>
        <a:xfrm>
          <a:off x="2671469" y="880665"/>
          <a:ext cx="2154536" cy="1077268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48260" rIns="72390" bIns="48260" numCol="1" spcCol="1270" anchor="ctr" anchorCtr="0">
          <a:noAutofit/>
        </a:bodyPr>
        <a:lstStyle/>
        <a:p>
          <a:pPr marL="0" lvl="0" indent="0" algn="ctr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800" kern="1200" dirty="0">
              <a:latin typeface="Courier New" panose="02070309020205020404" pitchFamily="49" charset="0"/>
              <a:cs typeface="Courier New" panose="02070309020205020404" pitchFamily="49" charset="0"/>
            </a:rPr>
            <a:t>help()</a:t>
          </a:r>
        </a:p>
      </dsp:txBody>
      <dsp:txXfrm>
        <a:off x="2703021" y="912217"/>
        <a:ext cx="2091432" cy="1014164"/>
      </dsp:txXfrm>
    </dsp:sp>
    <dsp:sp modelId="{E10B2835-C58B-4280-9CF4-EDA81C365B0B}">
      <dsp:nvSpPr>
        <dsp:cNvPr id="0" name=""/>
        <dsp:cNvSpPr/>
      </dsp:nvSpPr>
      <dsp:spPr>
        <a:xfrm>
          <a:off x="5387262" y="880665"/>
          <a:ext cx="2154536" cy="1077268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48260" rIns="72390" bIns="48260" numCol="1" spcCol="1270" anchor="ctr" anchorCtr="0">
          <a:noAutofit/>
        </a:bodyPr>
        <a:lstStyle/>
        <a:p>
          <a:pPr marL="0" lvl="0" indent="0" algn="ctr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800" b="0" kern="1200"/>
            <a:t>Google!</a:t>
          </a:r>
          <a:endParaRPr lang="en-US" sz="3800" kern="1200"/>
        </a:p>
      </dsp:txBody>
      <dsp:txXfrm>
        <a:off x="5418814" y="912217"/>
        <a:ext cx="2091432" cy="101416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ierarchy3">
  <dgm:title val=""/>
  <dgm:desc val=""/>
  <dgm:catLst>
    <dgm:cat type="hierarchy" pri="7000"/>
    <dgm:cat type="list" pri="23000"/>
    <dgm:cat type="relationship" pri="15000"/>
    <dgm:cat type="convert" pri="7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4" srcId="0" destId="1" srcOrd="0" destOrd="0"/>
        <dgm:cxn modelId="5" srcId="1" destId="11" srcOrd="0" destOrd="0"/>
        <dgm:cxn modelId="6" srcId="1" destId="12" srcOrd="1" destOrd="0"/>
        <dgm:cxn modelId="7" srcId="0" destId="2" srcOrd="1" destOrd="0"/>
        <dgm:cxn modelId="8" srcId="2" destId="21" srcOrd="0" destOrd="0"/>
        <dgm:cxn modelId="9" srcId="2" destId="2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forName="rootText" op="equ" val="65"/>
      <dgm:constr type="primFontSz" for="des" forName="childText" op="equ" val="65"/>
      <dgm:constr type="w" for="des" forName="rootComposite" refType="w"/>
      <dgm:constr type="h" for="des" forName="rootComposite" refType="w" fact="0.5"/>
      <dgm:constr type="w" for="des" forName="childText" refType="w" refFor="des" refForName="rootComposite" fact="0.8"/>
      <dgm:constr type="h" for="des" forName="childText" refType="h" refFor="des" refForName="rootComposite"/>
      <dgm:constr type="sibSp" refType="w" refFor="des" refForName="rootComposite" fact="0.25"/>
      <dgm:constr type="sibSp" for="des" forName="childShape" refType="h" refFor="des" refForName="childText" fact="0.25"/>
      <dgm:constr type="sp" for="des" forName="root" refType="h" refFor="des" refForName="childText" fact="0.25"/>
    </dgm:constrLst>
    <dgm:ruleLst/>
    <dgm:forEach name="Name3" axis="ch">
      <dgm:forEach name="Name4" axis="self" ptType="node" cnt="1">
        <dgm:layoutNode name="root">
          <dgm:choose name="Name5">
            <dgm:if name="Name6" func="var" arg="dir" op="equ" val="norm">
              <dgm:alg type="hierRoot">
                <dgm:param type="hierAlign" val="tL"/>
              </dgm:alg>
            </dgm:if>
            <dgm:else name="Name7">
              <dgm:alg type="hierRoot">
                <dgm:param type="hierAlign" val="tR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>
            <dgm:constr type="alignOff" val="0.2"/>
          </dgm:constrLst>
          <dgm:ruleLst/>
          <dgm:layoutNode name="rootComposite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8">
              <dgm:if name="Name9" func="var" arg="dir" op="equ" val="norm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l" for="ch" forName="rootConnector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if>
              <dgm:else name="Name10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r" for="ch" forName="rootConnector" refType="w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else>
            </dgm:choose>
            <dgm:ruleLst/>
            <dgm:layoutNode name="rootText" styleLbl="node1"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 ptType="node" cnt="1"/>
              <dgm:constrLst>
                <dgm:constr type="tMarg" refType="primFontSz" fact="0.1"/>
                <dgm:constr type="bMarg" refType="primFontSz" fact="0.1"/>
                <dgm:constr type="lMarg" refType="primFontSz" fact="0.15"/>
                <dgm:constr type="rMarg" refType="primFontSz" fact="0.15"/>
              </dgm:constrLst>
              <dgm:ruleLst>
                <dgm:rule type="primFontSz" val="5" fact="NaN" max="NaN"/>
              </dgm:ruleLst>
            </dgm:layoutNode>
            <dgm:layoutNode name="rootConnector" moveWith="rootText">
              <dgm:alg type="sp"/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self" ptType="node" cnt="1"/>
              <dgm:constrLst/>
              <dgm:ruleLst/>
            </dgm:layoutNode>
          </dgm:layoutNode>
          <dgm:layoutNode name="childShape">
            <dgm:alg type="hierChild">
              <dgm:param type="chAlign" val="l"/>
              <dgm:param type="linDir" val="fromT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11" axis="ch">
              <dgm:forEach name="Name12" axis="self" ptType="parTrans" cnt="1">
                <dgm:layoutNode name="Name13">
                  <dgm:choose name="Name14">
                    <dgm:if name="Name15" func="var" arg="dir" op="equ" val="norm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L"/>
                      </dgm:alg>
                    </dgm:if>
                    <dgm:else name="Name16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7" axis="self" ptType="node">
                <dgm:layoutNode name="childText" styleLbl="bgAcc1">
                  <dgm:varLst>
                    <dgm:bulletEnabled val="1"/>
                  </dgm:varLst>
                  <dgm:alg type="tx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self desOrSelf" ptType="node node" st="1 1" cnt="1 0"/>
                  <dgm:constrLst>
                    <dgm:constr type="tMarg" refType="primFontSz" fact="0.1"/>
                    <dgm:constr type="bMarg" refType="primFontSz" fact="0.1"/>
                    <dgm:constr type="lMarg" refType="primFontSz" fact="0.15"/>
                    <dgm:constr type="rMarg" refType="primFontSz" fact="0.15"/>
                  </dgm:constrLst>
                  <dgm:ruleLst>
                    <dgm:rule type="primFontSz" val="5" fact="NaN" max="NaN"/>
                  </dgm:ruleLst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subTitle"/>
          </p:nvPr>
        </p:nvSpPr>
        <p:spPr>
          <a:xfrm>
            <a:off x="457200" y="273600"/>
            <a:ext cx="8229240" cy="53078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 type="body"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 type="body"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 type="body"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36" name="PlaceHolder 6"/>
          <p:cNvSpPr>
            <a:spLocks noGrp="1"/>
          </p:cNvSpPr>
          <p:nvPr>
            <p:ph type="body"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37" name="PlaceHolder 7"/>
          <p:cNvSpPr>
            <a:spLocks noGrp="1"/>
          </p:cNvSpPr>
          <p:nvPr>
            <p:ph type="body"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  <p:sp>
        <p:nvSpPr>
          <p:cNvPr id="43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subTitle"/>
          </p:nvPr>
        </p:nvSpPr>
        <p:spPr>
          <a:xfrm>
            <a:off x="457200" y="273600"/>
            <a:ext cx="8229240" cy="53078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55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56" name="PlaceHolder 4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  <p:sp>
        <p:nvSpPr>
          <p:cNvPr id="58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59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60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  <p:sp>
        <p:nvSpPr>
          <p:cNvPr id="6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66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67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68" name="PlaceHolder 5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  <p:sp>
        <p:nvSpPr>
          <p:cNvPr id="7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71" name="PlaceHolder 3"/>
          <p:cNvSpPr>
            <a:spLocks noGrp="1"/>
          </p:cNvSpPr>
          <p:nvPr>
            <p:ph type="body"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72" name="PlaceHolder 4"/>
          <p:cNvSpPr>
            <a:spLocks noGrp="1"/>
          </p:cNvSpPr>
          <p:nvPr>
            <p:ph type="body"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73" name="PlaceHolder 5"/>
          <p:cNvSpPr>
            <a:spLocks noGrp="1"/>
          </p:cNvSpPr>
          <p:nvPr>
            <p:ph type="body"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74" name="PlaceHolder 6"/>
          <p:cNvSpPr>
            <a:spLocks noGrp="1"/>
          </p:cNvSpPr>
          <p:nvPr>
            <p:ph type="body"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75" name="PlaceHolder 7"/>
          <p:cNvSpPr>
            <a:spLocks noGrp="1"/>
          </p:cNvSpPr>
          <p:nvPr>
            <p:ph type="body"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  <p:sp>
        <p:nvSpPr>
          <p:cNvPr id="79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  <p:sp>
        <p:nvSpPr>
          <p:cNvPr id="81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PlaceHolder 1"/>
          <p:cNvSpPr>
            <a:spLocks noGrp="1"/>
          </p:cNvSpPr>
          <p:nvPr>
            <p:ph type="subTitle"/>
          </p:nvPr>
        </p:nvSpPr>
        <p:spPr>
          <a:xfrm>
            <a:off x="457200" y="273600"/>
            <a:ext cx="8229240" cy="53078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  <p:sp>
        <p:nvSpPr>
          <p:cNvPr id="9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93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94" name="PlaceHolder 4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  <p:sp>
        <p:nvSpPr>
          <p:cNvPr id="96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97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98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  <p:sp>
        <p:nvSpPr>
          <p:cNvPr id="10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101" name="PlaceHolder 3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  <p:sp>
        <p:nvSpPr>
          <p:cNvPr id="103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104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105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106" name="PlaceHolder 5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  <p:sp>
        <p:nvSpPr>
          <p:cNvPr id="108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109" name="PlaceHolder 3"/>
          <p:cNvSpPr>
            <a:spLocks noGrp="1"/>
          </p:cNvSpPr>
          <p:nvPr>
            <p:ph type="body"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110" name="PlaceHolder 4"/>
          <p:cNvSpPr>
            <a:spLocks noGrp="1"/>
          </p:cNvSpPr>
          <p:nvPr>
            <p:ph type="body"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111" name="PlaceHolder 5"/>
          <p:cNvSpPr>
            <a:spLocks noGrp="1"/>
          </p:cNvSpPr>
          <p:nvPr>
            <p:ph type="body"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112" name="PlaceHolder 6"/>
          <p:cNvSpPr>
            <a:spLocks noGrp="1"/>
          </p:cNvSpPr>
          <p:nvPr>
            <p:ph type="body"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113" name="PlaceHolder 7"/>
          <p:cNvSpPr>
            <a:spLocks noGrp="1"/>
          </p:cNvSpPr>
          <p:nvPr>
            <p:ph type="body"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  <p:sp>
        <p:nvSpPr>
          <p:cNvPr id="117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  <p:sp>
        <p:nvSpPr>
          <p:cNvPr id="119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  <p:sp>
        <p:nvSpPr>
          <p:cNvPr id="121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122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PlaceHolder 1"/>
          <p:cNvSpPr>
            <a:spLocks noGrp="1"/>
          </p:cNvSpPr>
          <p:nvPr>
            <p:ph type="subTitle"/>
          </p:nvPr>
        </p:nvSpPr>
        <p:spPr>
          <a:xfrm>
            <a:off x="457200" y="273600"/>
            <a:ext cx="8229240" cy="53078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  <p:sp>
        <p:nvSpPr>
          <p:cNvPr id="126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127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128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  <p:sp>
        <p:nvSpPr>
          <p:cNvPr id="13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131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132" name="PlaceHolder 4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  <p:sp>
        <p:nvSpPr>
          <p:cNvPr id="134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135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136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  <p:sp>
        <p:nvSpPr>
          <p:cNvPr id="138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139" name="PlaceHolder 3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  <p:sp>
        <p:nvSpPr>
          <p:cNvPr id="141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142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143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144" name="PlaceHolder 5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  <p:sp>
        <p:nvSpPr>
          <p:cNvPr id="146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147" name="PlaceHolder 3"/>
          <p:cNvSpPr>
            <a:spLocks noGrp="1"/>
          </p:cNvSpPr>
          <p:nvPr>
            <p:ph type="body"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148" name="PlaceHolder 4"/>
          <p:cNvSpPr>
            <a:spLocks noGrp="1"/>
          </p:cNvSpPr>
          <p:nvPr>
            <p:ph type="body"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149" name="PlaceHolder 5"/>
          <p:cNvSpPr>
            <a:spLocks noGrp="1"/>
          </p:cNvSpPr>
          <p:nvPr>
            <p:ph type="body"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150" name="PlaceHolder 6"/>
          <p:cNvSpPr>
            <a:spLocks noGrp="1"/>
          </p:cNvSpPr>
          <p:nvPr>
            <p:ph type="body"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151" name="PlaceHolder 7"/>
          <p:cNvSpPr>
            <a:spLocks noGrp="1"/>
          </p:cNvSpPr>
          <p:nvPr>
            <p:ph type="body"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  <p:sp>
        <p:nvSpPr>
          <p:cNvPr id="155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  <p:sp>
        <p:nvSpPr>
          <p:cNvPr id="157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  <p:sp>
        <p:nvSpPr>
          <p:cNvPr id="159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160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PlaceHolder 1"/>
          <p:cNvSpPr>
            <a:spLocks noGrp="1"/>
          </p:cNvSpPr>
          <p:nvPr>
            <p:ph type="subTitle"/>
          </p:nvPr>
        </p:nvSpPr>
        <p:spPr>
          <a:xfrm>
            <a:off x="457200" y="273600"/>
            <a:ext cx="8229240" cy="53078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  <p:sp>
        <p:nvSpPr>
          <p:cNvPr id="164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165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166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  <p:sp>
        <p:nvSpPr>
          <p:cNvPr id="168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169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170" name="PlaceHolder 4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  <p:sp>
        <p:nvSpPr>
          <p:cNvPr id="17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173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174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  <p:sp>
        <p:nvSpPr>
          <p:cNvPr id="176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177" name="PlaceHolder 3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  <p:sp>
        <p:nvSpPr>
          <p:cNvPr id="179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180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181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182" name="PlaceHolder 5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  <p:sp>
        <p:nvSpPr>
          <p:cNvPr id="184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185" name="PlaceHolder 3"/>
          <p:cNvSpPr>
            <a:spLocks noGrp="1"/>
          </p:cNvSpPr>
          <p:nvPr>
            <p:ph type="body"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186" name="PlaceHolder 4"/>
          <p:cNvSpPr>
            <a:spLocks noGrp="1"/>
          </p:cNvSpPr>
          <p:nvPr>
            <p:ph type="body"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187" name="PlaceHolder 5"/>
          <p:cNvSpPr>
            <a:spLocks noGrp="1"/>
          </p:cNvSpPr>
          <p:nvPr>
            <p:ph type="body"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188" name="PlaceHolder 6"/>
          <p:cNvSpPr>
            <a:spLocks noGrp="1"/>
          </p:cNvSpPr>
          <p:nvPr>
            <p:ph type="body"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189" name="PlaceHolder 7"/>
          <p:cNvSpPr>
            <a:spLocks noGrp="1"/>
          </p:cNvSpPr>
          <p:nvPr>
            <p:ph type="body"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  <p:sp>
        <p:nvSpPr>
          <p:cNvPr id="193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  <p:sp>
        <p:nvSpPr>
          <p:cNvPr id="19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  <p:sp>
        <p:nvSpPr>
          <p:cNvPr id="197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198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PlaceHolder 1"/>
          <p:cNvSpPr>
            <a:spLocks noGrp="1"/>
          </p:cNvSpPr>
          <p:nvPr>
            <p:ph type="subTitle"/>
          </p:nvPr>
        </p:nvSpPr>
        <p:spPr>
          <a:xfrm>
            <a:off x="457200" y="273600"/>
            <a:ext cx="8229240" cy="53078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  <p:sp>
        <p:nvSpPr>
          <p:cNvPr id="20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203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204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  <p:sp>
        <p:nvSpPr>
          <p:cNvPr id="206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207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208" name="PlaceHolder 4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  <p:sp>
        <p:nvSpPr>
          <p:cNvPr id="21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211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212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  <p:sp>
        <p:nvSpPr>
          <p:cNvPr id="214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215" name="PlaceHolder 3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  <p:sp>
        <p:nvSpPr>
          <p:cNvPr id="217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218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219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220" name="PlaceHolder 5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  <p:sp>
        <p:nvSpPr>
          <p:cNvPr id="22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223" name="PlaceHolder 3"/>
          <p:cNvSpPr>
            <a:spLocks noGrp="1"/>
          </p:cNvSpPr>
          <p:nvPr>
            <p:ph type="body"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224" name="PlaceHolder 4"/>
          <p:cNvSpPr>
            <a:spLocks noGrp="1"/>
          </p:cNvSpPr>
          <p:nvPr>
            <p:ph type="body"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225" name="PlaceHolder 5"/>
          <p:cNvSpPr>
            <a:spLocks noGrp="1"/>
          </p:cNvSpPr>
          <p:nvPr>
            <p:ph type="body"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226" name="PlaceHolder 6"/>
          <p:cNvSpPr>
            <a:spLocks noGrp="1"/>
          </p:cNvSpPr>
          <p:nvPr>
            <p:ph type="body"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227" name="PlaceHolder 7"/>
          <p:cNvSpPr>
            <a:spLocks noGrp="1"/>
          </p:cNvSpPr>
          <p:nvPr>
            <p:ph type="body"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2.xml"/><Relationship Id="rId13" Type="http://schemas.openxmlformats.org/officeDocument/2006/relationships/theme" Target="../theme/theme3.xml"/><Relationship Id="rId3" Type="http://schemas.openxmlformats.org/officeDocument/2006/relationships/slideLayout" Target="../slideLayouts/slideLayout27.xml"/><Relationship Id="rId7" Type="http://schemas.openxmlformats.org/officeDocument/2006/relationships/slideLayout" Target="../slideLayouts/slideLayout31.xml"/><Relationship Id="rId12" Type="http://schemas.openxmlformats.org/officeDocument/2006/relationships/slideLayout" Target="../slideLayouts/slideLayout36.xml"/><Relationship Id="rId2" Type="http://schemas.openxmlformats.org/officeDocument/2006/relationships/slideLayout" Target="../slideLayouts/slideLayout26.xml"/><Relationship Id="rId1" Type="http://schemas.openxmlformats.org/officeDocument/2006/relationships/slideLayout" Target="../slideLayouts/slideLayout25.xml"/><Relationship Id="rId6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35.xml"/><Relationship Id="rId5" Type="http://schemas.openxmlformats.org/officeDocument/2006/relationships/slideLayout" Target="../slideLayouts/slideLayout29.xml"/><Relationship Id="rId10" Type="http://schemas.openxmlformats.org/officeDocument/2006/relationships/slideLayout" Target="../slideLayouts/slideLayout34.xml"/><Relationship Id="rId4" Type="http://schemas.openxmlformats.org/officeDocument/2006/relationships/slideLayout" Target="../slideLayouts/slideLayout28.xml"/><Relationship Id="rId9" Type="http://schemas.openxmlformats.org/officeDocument/2006/relationships/slideLayout" Target="../slideLayouts/slideLayout33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4.xml"/><Relationship Id="rId13" Type="http://schemas.openxmlformats.org/officeDocument/2006/relationships/theme" Target="../theme/theme4.xml"/><Relationship Id="rId3" Type="http://schemas.openxmlformats.org/officeDocument/2006/relationships/slideLayout" Target="../slideLayouts/slideLayout39.xml"/><Relationship Id="rId7" Type="http://schemas.openxmlformats.org/officeDocument/2006/relationships/slideLayout" Target="../slideLayouts/slideLayout43.xml"/><Relationship Id="rId12" Type="http://schemas.openxmlformats.org/officeDocument/2006/relationships/slideLayout" Target="../slideLayouts/slideLayout48.xml"/><Relationship Id="rId2" Type="http://schemas.openxmlformats.org/officeDocument/2006/relationships/slideLayout" Target="../slideLayouts/slideLayout38.xml"/><Relationship Id="rId1" Type="http://schemas.openxmlformats.org/officeDocument/2006/relationships/slideLayout" Target="../slideLayouts/slideLayout37.xml"/><Relationship Id="rId6" Type="http://schemas.openxmlformats.org/officeDocument/2006/relationships/slideLayout" Target="../slideLayouts/slideLayout42.xml"/><Relationship Id="rId11" Type="http://schemas.openxmlformats.org/officeDocument/2006/relationships/slideLayout" Target="../slideLayouts/slideLayout47.xml"/><Relationship Id="rId5" Type="http://schemas.openxmlformats.org/officeDocument/2006/relationships/slideLayout" Target="../slideLayouts/slideLayout41.xml"/><Relationship Id="rId10" Type="http://schemas.openxmlformats.org/officeDocument/2006/relationships/slideLayout" Target="../slideLayouts/slideLayout46.xml"/><Relationship Id="rId4" Type="http://schemas.openxmlformats.org/officeDocument/2006/relationships/slideLayout" Target="../slideLayouts/slideLayout40.xml"/><Relationship Id="rId9" Type="http://schemas.openxmlformats.org/officeDocument/2006/relationships/slideLayout" Target="../slideLayouts/slideLayout45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6.xml"/><Relationship Id="rId13" Type="http://schemas.openxmlformats.org/officeDocument/2006/relationships/theme" Target="../theme/theme5.xml"/><Relationship Id="rId3" Type="http://schemas.openxmlformats.org/officeDocument/2006/relationships/slideLayout" Target="../slideLayouts/slideLayout51.xml"/><Relationship Id="rId7" Type="http://schemas.openxmlformats.org/officeDocument/2006/relationships/slideLayout" Target="../slideLayouts/slideLayout55.xml"/><Relationship Id="rId12" Type="http://schemas.openxmlformats.org/officeDocument/2006/relationships/slideLayout" Target="../slideLayouts/slideLayout60.xml"/><Relationship Id="rId2" Type="http://schemas.openxmlformats.org/officeDocument/2006/relationships/slideLayout" Target="../slideLayouts/slideLayout50.xml"/><Relationship Id="rId1" Type="http://schemas.openxmlformats.org/officeDocument/2006/relationships/slideLayout" Target="../slideLayouts/slideLayout49.xml"/><Relationship Id="rId6" Type="http://schemas.openxmlformats.org/officeDocument/2006/relationships/slideLayout" Target="../slideLayouts/slideLayout54.xml"/><Relationship Id="rId11" Type="http://schemas.openxmlformats.org/officeDocument/2006/relationships/slideLayout" Target="../slideLayouts/slideLayout59.xml"/><Relationship Id="rId5" Type="http://schemas.openxmlformats.org/officeDocument/2006/relationships/slideLayout" Target="../slideLayouts/slideLayout53.xml"/><Relationship Id="rId10" Type="http://schemas.openxmlformats.org/officeDocument/2006/relationships/slideLayout" Target="../slideLayouts/slideLayout58.xml"/><Relationship Id="rId4" Type="http://schemas.openxmlformats.org/officeDocument/2006/relationships/slideLayout" Target="../slideLayouts/slideLayout52.xml"/><Relationship Id="rId9" Type="http://schemas.openxmlformats.org/officeDocument/2006/relationships/slideLayout" Target="../slideLayouts/slideLayout57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8.xml"/><Relationship Id="rId13" Type="http://schemas.openxmlformats.org/officeDocument/2006/relationships/theme" Target="../theme/theme6.xml"/><Relationship Id="rId3" Type="http://schemas.openxmlformats.org/officeDocument/2006/relationships/slideLayout" Target="../slideLayouts/slideLayout63.xml"/><Relationship Id="rId7" Type="http://schemas.openxmlformats.org/officeDocument/2006/relationships/slideLayout" Target="../slideLayouts/slideLayout67.xml"/><Relationship Id="rId12" Type="http://schemas.openxmlformats.org/officeDocument/2006/relationships/slideLayout" Target="../slideLayouts/slideLayout72.xml"/><Relationship Id="rId2" Type="http://schemas.openxmlformats.org/officeDocument/2006/relationships/slideLayout" Target="../slideLayouts/slideLayout62.xml"/><Relationship Id="rId1" Type="http://schemas.openxmlformats.org/officeDocument/2006/relationships/slideLayout" Target="../slideLayouts/slideLayout61.xml"/><Relationship Id="rId6" Type="http://schemas.openxmlformats.org/officeDocument/2006/relationships/slideLayout" Target="../slideLayouts/slideLayout66.xml"/><Relationship Id="rId11" Type="http://schemas.openxmlformats.org/officeDocument/2006/relationships/slideLayout" Target="../slideLayouts/slideLayout71.xml"/><Relationship Id="rId5" Type="http://schemas.openxmlformats.org/officeDocument/2006/relationships/slideLayout" Target="../slideLayouts/slideLayout65.xml"/><Relationship Id="rId10" Type="http://schemas.openxmlformats.org/officeDocument/2006/relationships/slideLayout" Target="../slideLayouts/slideLayout70.xml"/><Relationship Id="rId4" Type="http://schemas.openxmlformats.org/officeDocument/2006/relationships/slideLayout" Target="../slideLayouts/slideLayout64.xml"/><Relationship Id="rId9" Type="http://schemas.openxmlformats.org/officeDocument/2006/relationships/slideLayout" Target="../slideLayouts/slideLayout6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8880" cy="11444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r>
              <a:rPr lang="en-GB" sz="1800" b="0" strike="noStrike" spc="-1">
                <a:latin typeface="Arial"/>
              </a:rPr>
              <a:t>Click to edit the title text format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8880" cy="39769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strike="noStrike" spc="-1"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1800" b="0" strike="noStrike" spc="-1"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strike="noStrike" spc="-1"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1800" b="0" strike="noStrike" spc="-1"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strike="noStrike" spc="-1"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strike="noStrike" spc="-1"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strike="noStrike" spc="-1"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r>
              <a:rPr lang="en-GB" sz="4400" b="0" strike="noStrike" spc="-1">
                <a:latin typeface="Arial"/>
              </a:rPr>
              <a:t>Click to edit the title text format</a:t>
            </a: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3200" b="0" strike="noStrike" spc="-1"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2800" b="0" strike="noStrike" spc="-1"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400" b="0" strike="noStrike" spc="-1"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2000" b="0" strike="noStrike" spc="-1"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strike="noStrike" spc="-1"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strike="noStrike" spc="-1"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strike="noStrike" spc="-1"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r>
              <a:rPr lang="en-GB" sz="4400" b="0" strike="noStrike" spc="-1">
                <a:latin typeface="Arial"/>
              </a:rPr>
              <a:t>Click to edit the title text format</a:t>
            </a:r>
          </a:p>
        </p:txBody>
      </p:sp>
      <p:sp>
        <p:nvSpPr>
          <p:cNvPr id="77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3200" b="0" strike="noStrike" spc="-1"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2800" b="0" strike="noStrike" spc="-1"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400" b="0" strike="noStrike" spc="-1"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2000" b="0" strike="noStrike" spc="-1"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strike="noStrike" spc="-1"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strike="noStrike" spc="-1"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strike="noStrike" spc="-1"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686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r>
              <a:rPr lang="en-GB" sz="4400" b="0" strike="noStrike" spc="-1">
                <a:latin typeface="Arial"/>
              </a:rPr>
              <a:t>Click to edit the title text format</a:t>
            </a:r>
          </a:p>
        </p:txBody>
      </p:sp>
      <p:sp>
        <p:nvSpPr>
          <p:cNvPr id="11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3200" b="0" strike="noStrike" spc="-1"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2800" b="0" strike="noStrike" spc="-1"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400" b="0" strike="noStrike" spc="-1"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2000" b="0" strike="noStrike" spc="-1"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strike="noStrike" spc="-1"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strike="noStrike" spc="-1"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strike="noStrike" spc="-1"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  <p:sldLayoutId id="2147483689" r:id="rId2"/>
    <p:sldLayoutId id="2147483690" r:id="rId3"/>
    <p:sldLayoutId id="2147483691" r:id="rId4"/>
    <p:sldLayoutId id="2147483692" r:id="rId5"/>
    <p:sldLayoutId id="2147483693" r:id="rId6"/>
    <p:sldLayoutId id="2147483694" r:id="rId7"/>
    <p:sldLayoutId id="2147483695" r:id="rId8"/>
    <p:sldLayoutId id="2147483696" r:id="rId9"/>
    <p:sldLayoutId id="2147483697" r:id="rId10"/>
    <p:sldLayoutId id="2147483698" r:id="rId11"/>
    <p:sldLayoutId id="2147483699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r>
              <a:rPr lang="en-GB" sz="4400" b="0" strike="noStrike" spc="-1">
                <a:latin typeface="Arial"/>
              </a:rPr>
              <a:t>Click to edit the title text format</a:t>
            </a:r>
          </a:p>
        </p:txBody>
      </p:sp>
      <p:sp>
        <p:nvSpPr>
          <p:cNvPr id="153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3200" b="0" strike="noStrike" spc="-1"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2800" b="0" strike="noStrike" spc="-1"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400" b="0" strike="noStrike" spc="-1"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2000" b="0" strike="noStrike" spc="-1"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strike="noStrike" spc="-1"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strike="noStrike" spc="-1"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strike="noStrike" spc="-1"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1" r:id="rId1"/>
    <p:sldLayoutId id="2147483702" r:id="rId2"/>
    <p:sldLayoutId id="2147483703" r:id="rId3"/>
    <p:sldLayoutId id="2147483704" r:id="rId4"/>
    <p:sldLayoutId id="2147483705" r:id="rId5"/>
    <p:sldLayoutId id="2147483706" r:id="rId6"/>
    <p:sldLayoutId id="2147483707" r:id="rId7"/>
    <p:sldLayoutId id="2147483708" r:id="rId8"/>
    <p:sldLayoutId id="2147483709" r:id="rId9"/>
    <p:sldLayoutId id="2147483710" r:id="rId10"/>
    <p:sldLayoutId id="2147483711" r:id="rId11"/>
    <p:sldLayoutId id="2147483712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r>
              <a:rPr lang="en-GB" sz="4400" b="0" strike="noStrike" spc="-1">
                <a:latin typeface="Arial"/>
              </a:rPr>
              <a:t>Click to edit the title text format</a:t>
            </a:r>
          </a:p>
        </p:txBody>
      </p:sp>
      <p:sp>
        <p:nvSpPr>
          <p:cNvPr id="191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3200" b="0" strike="noStrike" spc="-1"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2800" b="0" strike="noStrike" spc="-1"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400" b="0" strike="noStrike" spc="-1"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2000" b="0" strike="noStrike" spc="-1"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strike="noStrike" spc="-1"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strike="noStrike" spc="-1"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strike="noStrike" spc="-1"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4" r:id="rId1"/>
    <p:sldLayoutId id="2147483715" r:id="rId2"/>
    <p:sldLayoutId id="2147483716" r:id="rId3"/>
    <p:sldLayoutId id="2147483717" r:id="rId4"/>
    <p:sldLayoutId id="2147483718" r:id="rId5"/>
    <p:sldLayoutId id="2147483719" r:id="rId6"/>
    <p:sldLayoutId id="2147483720" r:id="rId7"/>
    <p:sldLayoutId id="2147483721" r:id="rId8"/>
    <p:sldLayoutId id="2147483722" r:id="rId9"/>
    <p:sldLayoutId id="2147483723" r:id="rId10"/>
    <p:sldLayoutId id="2147483724" r:id="rId11"/>
    <p:sldLayoutId id="2147483725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BeaGM84/MSD_R_course_MT2026" TargetMode="Externa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5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5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5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5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://mhttps/www.rdocumentation.org" TargetMode="External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9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9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9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5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CustomShape 1"/>
          <p:cNvSpPr/>
          <p:nvPr/>
        </p:nvSpPr>
        <p:spPr>
          <a:xfrm>
            <a:off x="685800" y="2130480"/>
            <a:ext cx="7771320" cy="14688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rmAutofit fontScale="88000" lnSpcReduction="20000"/>
          </a:bodyPr>
          <a:lstStyle/>
          <a:p>
            <a:pPr algn="ctr">
              <a:lnSpc>
                <a:spcPct val="100000"/>
              </a:lnSpc>
            </a:pPr>
            <a:r>
              <a:rPr lang="en-US" sz="4400" b="0" strike="noStrike" spc="-1" dirty="0">
                <a:solidFill>
                  <a:srgbClr val="000000"/>
                </a:solidFill>
                <a:latin typeface="Calibri"/>
                <a:ea typeface="Calibri"/>
              </a:rPr>
              <a:t>Welcome to </a:t>
            </a:r>
          </a:p>
          <a:p>
            <a:pPr algn="ctr">
              <a:lnSpc>
                <a:spcPct val="100000"/>
              </a:lnSpc>
            </a:pPr>
            <a:r>
              <a:rPr lang="en-US" sz="4400" b="0" strike="noStrike" spc="-1" dirty="0">
                <a:solidFill>
                  <a:srgbClr val="000000"/>
                </a:solidFill>
                <a:latin typeface="Calibri"/>
                <a:ea typeface="Calibri"/>
              </a:rPr>
              <a:t>Intro to R for Biologists</a:t>
            </a:r>
            <a:br>
              <a:rPr dirty="0"/>
            </a:br>
            <a:r>
              <a:rPr lang="en-GB" dirty="0"/>
              <a:t>We’ll start at 9:30am, please ask if you have any issues with installation of R and RStudio</a:t>
            </a:r>
            <a:endParaRPr lang="en-GB" sz="4400" b="0" strike="noStrike" spc="-1" dirty="0">
              <a:latin typeface="Arial"/>
            </a:endParaRPr>
          </a:p>
        </p:txBody>
      </p:sp>
      <p:sp>
        <p:nvSpPr>
          <p:cNvPr id="229" name="CustomShape 2"/>
          <p:cNvSpPr/>
          <p:nvPr/>
        </p:nvSpPr>
        <p:spPr>
          <a:xfrm>
            <a:off x="1378080" y="4766400"/>
            <a:ext cx="6399720" cy="17514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rmAutofit/>
          </a:bodyPr>
          <a:lstStyle/>
          <a:p>
            <a:pPr algn="ctr">
              <a:lnSpc>
                <a:spcPct val="100000"/>
              </a:lnSpc>
              <a:spcBef>
                <a:spcPts val="641"/>
              </a:spcBef>
              <a:tabLst>
                <a:tab pos="0" algn="l"/>
              </a:tabLst>
            </a:pPr>
            <a:r>
              <a:rPr lang="en-US" sz="3200" spc="-1" dirty="0">
                <a:solidFill>
                  <a:srgbClr val="8B8B8B"/>
                </a:solidFill>
                <a:latin typeface="Calibri"/>
                <a:ea typeface="DejaVu Sans"/>
              </a:rPr>
              <a:t>Bea</a:t>
            </a:r>
            <a:r>
              <a:rPr lang="en-US" sz="3200" b="0" strike="noStrike" spc="-1" dirty="0">
                <a:solidFill>
                  <a:srgbClr val="8B8B8B"/>
                </a:solidFill>
                <a:latin typeface="Calibri"/>
                <a:ea typeface="DejaVu Sans"/>
              </a:rPr>
              <a:t> &amp; Wojciech</a:t>
            </a:r>
            <a:endParaRPr lang="en-GB" sz="3200" b="0" strike="noStrike" spc="-1" dirty="0"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641"/>
              </a:spcBef>
              <a:tabLst>
                <a:tab pos="0" algn="l"/>
              </a:tabLst>
            </a:pPr>
            <a:r>
              <a:rPr lang="en-US" sz="3200" b="0" strike="noStrike" spc="-1" dirty="0">
                <a:solidFill>
                  <a:srgbClr val="8B8B8B"/>
                </a:solidFill>
                <a:latin typeface="Calibri"/>
                <a:ea typeface="DejaVu Sans"/>
              </a:rPr>
              <a:t>Michaelmas 2026</a:t>
            </a:r>
            <a:endParaRPr lang="en-GB" sz="3200" b="0" strike="noStrike" spc="-1" dirty="0">
              <a:latin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CustomShape 1"/>
          <p:cNvSpPr/>
          <p:nvPr/>
        </p:nvSpPr>
        <p:spPr>
          <a:xfrm>
            <a:off x="685800" y="2130480"/>
            <a:ext cx="7771320" cy="14688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rmAutofit fontScale="80500" lnSpcReduction="20000"/>
          </a:bodyPr>
          <a:lstStyle/>
          <a:p>
            <a:pPr algn="ctr">
              <a:lnSpc>
                <a:spcPct val="100000"/>
              </a:lnSpc>
            </a:pPr>
            <a:r>
              <a:rPr lang="en-US" sz="4400" b="0" strike="noStrike" spc="-1" dirty="0">
                <a:solidFill>
                  <a:srgbClr val="000000"/>
                </a:solidFill>
                <a:latin typeface="Calibri"/>
                <a:ea typeface="Calibri"/>
              </a:rPr>
              <a:t>Intro to R for Biologists</a:t>
            </a:r>
            <a:br>
              <a:rPr dirty="0"/>
            </a:br>
            <a:r>
              <a:rPr lang="en-US" sz="4400" b="0" strike="noStrike" spc="-1" dirty="0">
                <a:solidFill>
                  <a:srgbClr val="000000"/>
                </a:solidFill>
                <a:latin typeface="Calibri"/>
                <a:ea typeface="Calibri"/>
              </a:rPr>
              <a:t>Session 1</a:t>
            </a:r>
            <a:br>
              <a:rPr dirty="0"/>
            </a:br>
            <a:r>
              <a:rPr lang="en-US" sz="4400" b="1" strike="noStrike" spc="-1" dirty="0">
                <a:solidFill>
                  <a:srgbClr val="000000"/>
                </a:solidFill>
                <a:latin typeface="Calibri"/>
                <a:ea typeface="Calibri"/>
              </a:rPr>
              <a:t>R basics</a:t>
            </a:r>
            <a:endParaRPr lang="en-GB" sz="4400" b="0" strike="noStrike" spc="-1" dirty="0">
              <a:latin typeface="Arial"/>
            </a:endParaRPr>
          </a:p>
        </p:txBody>
      </p:sp>
      <p:sp>
        <p:nvSpPr>
          <p:cNvPr id="229" name="CustomShape 2"/>
          <p:cNvSpPr/>
          <p:nvPr/>
        </p:nvSpPr>
        <p:spPr>
          <a:xfrm>
            <a:off x="1378080" y="4766400"/>
            <a:ext cx="6399720" cy="17514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rmAutofit/>
          </a:bodyPr>
          <a:lstStyle/>
          <a:p>
            <a:pPr algn="ctr">
              <a:lnSpc>
                <a:spcPct val="100000"/>
              </a:lnSpc>
              <a:spcBef>
                <a:spcPts val="641"/>
              </a:spcBef>
              <a:tabLst>
                <a:tab pos="0" algn="l"/>
              </a:tabLst>
            </a:pPr>
            <a:r>
              <a:rPr lang="en-US" sz="3200" spc="-1" dirty="0">
                <a:solidFill>
                  <a:srgbClr val="8B8B8B"/>
                </a:solidFill>
                <a:latin typeface="Calibri"/>
                <a:ea typeface="DejaVu Sans"/>
              </a:rPr>
              <a:t>Bea</a:t>
            </a:r>
            <a:r>
              <a:rPr lang="en-US" sz="3200" b="0" strike="noStrike" spc="-1" dirty="0">
                <a:solidFill>
                  <a:srgbClr val="8B8B8B"/>
                </a:solidFill>
                <a:latin typeface="Calibri"/>
                <a:ea typeface="DejaVu Sans"/>
              </a:rPr>
              <a:t> &amp; Wojciech</a:t>
            </a:r>
            <a:endParaRPr lang="en-GB" sz="3200" b="0" strike="noStrike" spc="-1" dirty="0"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641"/>
              </a:spcBef>
              <a:tabLst>
                <a:tab pos="0" algn="l"/>
              </a:tabLst>
            </a:pPr>
            <a:r>
              <a:rPr lang="en-US" sz="3200" b="0" strike="noStrike" spc="-1" dirty="0">
                <a:solidFill>
                  <a:srgbClr val="8B8B8B"/>
                </a:solidFill>
                <a:latin typeface="Calibri"/>
                <a:ea typeface="DejaVu Sans"/>
              </a:rPr>
              <a:t>Michaelmas 2026</a:t>
            </a:r>
            <a:endParaRPr lang="en-GB" sz="3200" b="0" strike="noStrike" spc="-1" dirty="0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555162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CustomShape 1"/>
          <p:cNvSpPr/>
          <p:nvPr/>
        </p:nvSpPr>
        <p:spPr>
          <a:xfrm>
            <a:off x="823320" y="1380240"/>
            <a:ext cx="8004994" cy="34516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82800" tIns="41400" rIns="82800" bIns="41400" anchor="ctr">
            <a:normAutofit/>
          </a:bodyPr>
          <a:lstStyle/>
          <a:p>
            <a:pPr marL="285840" indent="-284760">
              <a:lnSpc>
                <a:spcPct val="100000"/>
              </a:lnSpc>
              <a:spcBef>
                <a:spcPts val="720"/>
              </a:spcBef>
              <a:spcAft>
                <a:spcPts val="544"/>
              </a:spcAft>
              <a:buClr>
                <a:srgbClr val="000000"/>
              </a:buClr>
              <a:buSzPct val="80000"/>
              <a:buFont typeface="Arial"/>
              <a:buChar char="•"/>
            </a:pPr>
            <a:r>
              <a:rPr lang="en-US" sz="36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GitHub account (optional)</a:t>
            </a:r>
          </a:p>
          <a:p>
            <a:pPr marL="285840" indent="-284760">
              <a:lnSpc>
                <a:spcPct val="100000"/>
              </a:lnSpc>
              <a:spcBef>
                <a:spcPts val="720"/>
              </a:spcBef>
              <a:spcAft>
                <a:spcPts val="544"/>
              </a:spcAft>
              <a:buClr>
                <a:srgbClr val="000000"/>
              </a:buClr>
              <a:buSzPct val="80000"/>
              <a:buFont typeface="Arial"/>
              <a:buChar char="•"/>
            </a:pPr>
            <a:r>
              <a:rPr lang="en-US" sz="3600" spc="-1" dirty="0">
                <a:solidFill>
                  <a:srgbClr val="000000"/>
                </a:solidFill>
                <a:latin typeface="Calibri"/>
              </a:rPr>
              <a:t>GitHub repository </a:t>
            </a:r>
          </a:p>
          <a:p>
            <a:pPr marL="1080">
              <a:lnSpc>
                <a:spcPct val="100000"/>
              </a:lnSpc>
              <a:spcBef>
                <a:spcPts val="720"/>
              </a:spcBef>
              <a:spcAft>
                <a:spcPts val="544"/>
              </a:spcAft>
              <a:buClr>
                <a:srgbClr val="000000"/>
              </a:buClr>
              <a:buSzPct val="80000"/>
            </a:pPr>
            <a:r>
              <a:rPr lang="en-US" sz="3600" spc="-1" dirty="0">
                <a:solidFill>
                  <a:srgbClr val="000000"/>
                </a:solidFill>
                <a:latin typeface="Calibri"/>
                <a:hlinkClick r:id="rId2"/>
              </a:rPr>
              <a:t>https://github.com/BeaGM84/MSD_R_course_MT2026</a:t>
            </a:r>
            <a:endParaRPr lang="en-US" sz="3600" spc="-1" dirty="0">
              <a:solidFill>
                <a:srgbClr val="000000"/>
              </a:solidFill>
              <a:latin typeface="Calibri"/>
            </a:endParaRPr>
          </a:p>
          <a:p>
            <a:pPr marL="285840" indent="-284760">
              <a:lnSpc>
                <a:spcPct val="100000"/>
              </a:lnSpc>
              <a:spcBef>
                <a:spcPts val="720"/>
              </a:spcBef>
              <a:spcAft>
                <a:spcPts val="544"/>
              </a:spcAft>
              <a:buClr>
                <a:srgbClr val="000000"/>
              </a:buClr>
              <a:buSzPct val="80000"/>
              <a:buFont typeface="Arial"/>
              <a:buChar char="•"/>
            </a:pPr>
            <a:r>
              <a:rPr lang="en-US" sz="36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Screen sharing</a:t>
            </a:r>
            <a:endParaRPr lang="en-GB" sz="3600" b="0" strike="noStrike" spc="-1" dirty="0">
              <a:latin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CustomShape 1"/>
          <p:cNvSpPr/>
          <p:nvPr/>
        </p:nvSpPr>
        <p:spPr>
          <a:xfrm>
            <a:off x="480240" y="1371600"/>
            <a:ext cx="3612960" cy="34516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82800" tIns="41400" rIns="82800" bIns="41400" anchor="ctr">
            <a:normAutofit/>
          </a:bodyPr>
          <a:lstStyle/>
          <a:p>
            <a:pPr algn="r">
              <a:lnSpc>
                <a:spcPct val="100000"/>
              </a:lnSpc>
              <a:spcAft>
                <a:spcPts val="544"/>
              </a:spcAft>
            </a:pPr>
            <a:r>
              <a:rPr lang="en-US" sz="3900" b="0" strike="noStrike" cap="all" spc="-1">
                <a:solidFill>
                  <a:srgbClr val="000000"/>
                </a:solidFill>
                <a:latin typeface="Calibri"/>
                <a:ea typeface="DejaVu Sans"/>
              </a:rPr>
              <a:t>Intro to R for biologists</a:t>
            </a:r>
            <a:endParaRPr lang="en-GB" sz="3900" b="0" strike="noStrike" spc="-1">
              <a:latin typeface="Arial"/>
            </a:endParaRPr>
          </a:p>
        </p:txBody>
      </p:sp>
      <p:sp>
        <p:nvSpPr>
          <p:cNvPr id="232" name="CustomShape 2"/>
          <p:cNvSpPr/>
          <p:nvPr/>
        </p:nvSpPr>
        <p:spPr>
          <a:xfrm>
            <a:off x="4969080" y="1371600"/>
            <a:ext cx="3657960" cy="34516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82800" tIns="41400" rIns="82800" bIns="41400" anchor="ctr">
            <a:normAutofit/>
          </a:bodyPr>
          <a:lstStyle/>
          <a:p>
            <a:pPr marL="216000" indent="-215280">
              <a:lnSpc>
                <a:spcPct val="100000"/>
              </a:lnSpc>
              <a:spcBef>
                <a:spcPts val="320"/>
              </a:spcBef>
              <a:spcAft>
                <a:spcPts val="544"/>
              </a:spcAft>
              <a:buClr>
                <a:srgbClr val="000000"/>
              </a:buClr>
              <a:buSzPct val="80000"/>
              <a:buFont typeface="Wingdings 3" charset="2"/>
              <a:buChar char=""/>
            </a:pPr>
            <a:r>
              <a:rPr lang="en-US" sz="1600" b="1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Basic concepts</a:t>
            </a:r>
            <a:endParaRPr lang="en-GB" sz="1600" b="0" strike="noStrike" spc="-1" dirty="0">
              <a:latin typeface="Arial"/>
            </a:endParaRPr>
          </a:p>
          <a:p>
            <a:pPr marL="457200" lvl="1" indent="-215280">
              <a:lnSpc>
                <a:spcPct val="100000"/>
              </a:lnSpc>
              <a:spcBef>
                <a:spcPts val="320"/>
              </a:spcBef>
              <a:spcAft>
                <a:spcPts val="544"/>
              </a:spcAft>
              <a:buClr>
                <a:srgbClr val="000000"/>
              </a:buClr>
              <a:buSzPct val="80000"/>
              <a:buFont typeface="Wingdings 3" charset="2"/>
              <a:buChar char=""/>
            </a:pPr>
            <a:r>
              <a:rPr lang="en-US" sz="16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Your R environment</a:t>
            </a:r>
            <a:endParaRPr lang="en-GB" sz="1600" b="0" strike="noStrike" spc="-1" dirty="0">
              <a:latin typeface="Arial"/>
            </a:endParaRPr>
          </a:p>
          <a:p>
            <a:pPr marL="457200" lvl="1" indent="-215280">
              <a:lnSpc>
                <a:spcPct val="100000"/>
              </a:lnSpc>
              <a:spcBef>
                <a:spcPts val="320"/>
              </a:spcBef>
              <a:spcAft>
                <a:spcPts val="544"/>
              </a:spcAft>
              <a:buClr>
                <a:srgbClr val="000000"/>
              </a:buClr>
              <a:buSzPct val="80000"/>
              <a:buFont typeface="Wingdings 3" charset="2"/>
              <a:buChar char=""/>
            </a:pPr>
            <a:r>
              <a:rPr lang="en-US" sz="16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Getting help</a:t>
            </a:r>
            <a:endParaRPr lang="en-GB" sz="1600" b="0" strike="noStrike" spc="-1" dirty="0">
              <a:latin typeface="Arial"/>
            </a:endParaRPr>
          </a:p>
          <a:p>
            <a:pPr marL="457200" lvl="1" indent="-215280">
              <a:lnSpc>
                <a:spcPct val="100000"/>
              </a:lnSpc>
              <a:spcBef>
                <a:spcPts val="320"/>
              </a:spcBef>
              <a:spcAft>
                <a:spcPts val="544"/>
              </a:spcAft>
              <a:buClr>
                <a:srgbClr val="000000"/>
              </a:buClr>
              <a:buSzPct val="80000"/>
              <a:buFont typeface="Wingdings 3" charset="2"/>
              <a:buChar char=""/>
            </a:pPr>
            <a:r>
              <a:rPr lang="en-US" sz="16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Assignment to variables</a:t>
            </a:r>
            <a:endParaRPr lang="en-GB" sz="1600" b="0" strike="noStrike" spc="-1" dirty="0">
              <a:latin typeface="Arial"/>
            </a:endParaRPr>
          </a:p>
          <a:p>
            <a:pPr marL="457200" lvl="1" indent="-215280">
              <a:lnSpc>
                <a:spcPct val="100000"/>
              </a:lnSpc>
              <a:spcBef>
                <a:spcPts val="320"/>
              </a:spcBef>
              <a:spcAft>
                <a:spcPts val="544"/>
              </a:spcAft>
              <a:buClr>
                <a:srgbClr val="000000"/>
              </a:buClr>
              <a:buSzPct val="80000"/>
              <a:buFont typeface="Wingdings 3" charset="2"/>
              <a:buChar char=""/>
            </a:pPr>
            <a:r>
              <a:rPr lang="en-US" sz="16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Data types</a:t>
            </a:r>
            <a:endParaRPr lang="en-GB" sz="1600" b="0" strike="noStrike" spc="-1" dirty="0">
              <a:latin typeface="Arial"/>
            </a:endParaRPr>
          </a:p>
          <a:p>
            <a:pPr marL="457200" lvl="1" indent="-215280">
              <a:lnSpc>
                <a:spcPct val="100000"/>
              </a:lnSpc>
              <a:spcBef>
                <a:spcPts val="320"/>
              </a:spcBef>
              <a:spcAft>
                <a:spcPts val="544"/>
              </a:spcAft>
              <a:buClr>
                <a:srgbClr val="000000"/>
              </a:buClr>
              <a:buSzPct val="80000"/>
              <a:buFont typeface="Wingdings 3" charset="2"/>
              <a:buChar char=""/>
            </a:pPr>
            <a:r>
              <a:rPr lang="en-GB" sz="16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Loading data</a:t>
            </a:r>
            <a:endParaRPr lang="en-GB" sz="1600" b="0" strike="noStrike" spc="-1" dirty="0">
              <a:latin typeface="Arial"/>
            </a:endParaRPr>
          </a:p>
          <a:p>
            <a:pPr marL="457200" lvl="1" indent="-215280">
              <a:lnSpc>
                <a:spcPct val="100000"/>
              </a:lnSpc>
              <a:spcBef>
                <a:spcPts val="326"/>
              </a:spcBef>
              <a:spcAft>
                <a:spcPts val="544"/>
              </a:spcAft>
              <a:buClr>
                <a:srgbClr val="000000"/>
              </a:buClr>
              <a:buSzPct val="80000"/>
              <a:buFont typeface="Wingdings 3" charset="2"/>
              <a:buChar char=""/>
            </a:pPr>
            <a:r>
              <a:rPr lang="en-US" sz="1640" b="0" strike="noStrike" spc="-1" dirty="0" err="1">
                <a:solidFill>
                  <a:srgbClr val="000000"/>
                </a:solidFill>
                <a:latin typeface="Calibri"/>
                <a:ea typeface="DejaVu Sans"/>
              </a:rPr>
              <a:t>Subsetting</a:t>
            </a:r>
            <a:r>
              <a:rPr lang="en-US" sz="164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 data</a:t>
            </a:r>
          </a:p>
          <a:p>
            <a:pPr marL="457200" lvl="1" indent="-215280">
              <a:lnSpc>
                <a:spcPct val="100000"/>
              </a:lnSpc>
              <a:spcBef>
                <a:spcPts val="326"/>
              </a:spcBef>
              <a:spcAft>
                <a:spcPts val="544"/>
              </a:spcAft>
              <a:buClr>
                <a:srgbClr val="000000"/>
              </a:buClr>
              <a:buSzPct val="80000"/>
              <a:buFont typeface="Wingdings 3" charset="2"/>
              <a:buChar char=""/>
            </a:pPr>
            <a:r>
              <a:rPr lang="en-US" sz="1640" spc="-1" dirty="0">
                <a:solidFill>
                  <a:srgbClr val="000000"/>
                </a:solidFill>
                <a:latin typeface="Calibri"/>
              </a:rPr>
              <a:t>Filtering</a:t>
            </a:r>
            <a:endParaRPr lang="en-GB" sz="1640" b="0" strike="noStrike" spc="-1" dirty="0">
              <a:latin typeface="Arial"/>
            </a:endParaRPr>
          </a:p>
          <a:p>
            <a:pPr marL="457200" lvl="1" indent="-215280">
              <a:lnSpc>
                <a:spcPct val="100000"/>
              </a:lnSpc>
              <a:spcBef>
                <a:spcPts val="320"/>
              </a:spcBef>
              <a:spcAft>
                <a:spcPts val="544"/>
              </a:spcAft>
              <a:buClr>
                <a:srgbClr val="000000"/>
              </a:buClr>
              <a:buSzPct val="80000"/>
              <a:buFont typeface="Wingdings 3" charset="2"/>
              <a:buChar char=""/>
            </a:pPr>
            <a:r>
              <a:rPr lang="en-US" sz="16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Logical operators</a:t>
            </a:r>
            <a:endParaRPr lang="en-GB" sz="1600" b="0" strike="noStrike" spc="-1" dirty="0">
              <a:latin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CustomShape 2"/>
          <p:cNvSpPr/>
          <p:nvPr/>
        </p:nvSpPr>
        <p:spPr>
          <a:xfrm>
            <a:off x="822960" y="1072080"/>
            <a:ext cx="6563492" cy="34516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82800" tIns="41400" rIns="82800" bIns="41400" anchor="ctr">
            <a:normAutofit/>
          </a:bodyPr>
          <a:lstStyle/>
          <a:p>
            <a:pPr marL="286470" indent="-285750">
              <a:lnSpc>
                <a:spcPct val="100000"/>
              </a:lnSpc>
              <a:spcBef>
                <a:spcPts val="320"/>
              </a:spcBef>
              <a:spcAft>
                <a:spcPts val="544"/>
              </a:spcAft>
              <a:buClr>
                <a:srgbClr val="000000"/>
              </a:buClr>
              <a:buSzPct val="80000"/>
              <a:buFont typeface="Arial" panose="020B0604020202020204" pitchFamily="34" charset="0"/>
              <a:buChar char="•"/>
            </a:pPr>
            <a:r>
              <a:rPr lang="en-GB" sz="2400" b="0" strike="noStrike" spc="-1" dirty="0">
                <a:latin typeface="Arial"/>
              </a:rPr>
              <a:t>Why not Excel or GraphPad Prism?</a:t>
            </a:r>
          </a:p>
          <a:p>
            <a:pPr marL="286470" indent="-285750">
              <a:lnSpc>
                <a:spcPct val="100000"/>
              </a:lnSpc>
              <a:spcBef>
                <a:spcPts val="320"/>
              </a:spcBef>
              <a:spcAft>
                <a:spcPts val="544"/>
              </a:spcAft>
              <a:buClr>
                <a:srgbClr val="000000"/>
              </a:buClr>
              <a:buSzPct val="80000"/>
              <a:buFont typeface="Arial" panose="020B0604020202020204" pitchFamily="34" charset="0"/>
              <a:buChar char="•"/>
            </a:pPr>
            <a:r>
              <a:rPr lang="en-GB" sz="2400" spc="-1" dirty="0">
                <a:latin typeface="Arial"/>
              </a:rPr>
              <a:t>Why not Python?</a:t>
            </a:r>
            <a:endParaRPr lang="en-GB" sz="2400" b="0" strike="noStrike" spc="-1" dirty="0">
              <a:latin typeface="Arial"/>
            </a:endParaRPr>
          </a:p>
        </p:txBody>
      </p:sp>
      <p:sp>
        <p:nvSpPr>
          <p:cNvPr id="2" name="CustomShape 2">
            <a:extLst>
              <a:ext uri="{FF2B5EF4-FFF2-40B4-BE49-F238E27FC236}">
                <a16:creationId xmlns:a16="http://schemas.microsoft.com/office/drawing/2014/main" id="{71FDD77B-BFCD-41B5-95AF-944017EA0FCF}"/>
              </a:ext>
            </a:extLst>
          </p:cNvPr>
          <p:cNvSpPr/>
          <p:nvPr/>
        </p:nvSpPr>
        <p:spPr>
          <a:xfrm>
            <a:off x="822960" y="1072080"/>
            <a:ext cx="2585160" cy="637967"/>
          </a:xfrm>
          <a:prstGeom prst="rect">
            <a:avLst/>
          </a:prstGeom>
          <a:noFill/>
          <a:ln>
            <a:noFill/>
          </a:ln>
        </p:spPr>
        <p:style>
          <a:lnRef idx="2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82800" tIns="41400" rIns="82800" bIns="41400">
            <a:normAutofit lnSpcReduction="10000"/>
          </a:bodyPr>
          <a:lstStyle/>
          <a:p>
            <a:pPr>
              <a:lnSpc>
                <a:spcPct val="85000"/>
              </a:lnSpc>
              <a:spcAft>
                <a:spcPts val="544"/>
              </a:spcAft>
              <a:tabLst>
                <a:tab pos="0" algn="l"/>
              </a:tabLst>
            </a:pPr>
            <a:r>
              <a:rPr lang="en-US" sz="4360" b="1" spc="-46" dirty="0">
                <a:solidFill>
                  <a:srgbClr val="404040"/>
                </a:solidFill>
                <a:latin typeface="Calibri"/>
              </a:rPr>
              <a:t>Why R?</a:t>
            </a:r>
            <a:endParaRPr lang="en-GB" sz="4360" b="0" strike="noStrike" spc="-1" dirty="0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8666195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CustomShape 1"/>
          <p:cNvSpPr/>
          <p:nvPr/>
        </p:nvSpPr>
        <p:spPr>
          <a:xfrm>
            <a:off x="822960" y="1072080"/>
            <a:ext cx="7542720" cy="10872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82800" tIns="41400" rIns="82800" bIns="41400" anchor="b">
            <a:normAutofit/>
          </a:bodyPr>
          <a:lstStyle/>
          <a:p>
            <a:pPr algn="ctr">
              <a:lnSpc>
                <a:spcPct val="85000"/>
              </a:lnSpc>
              <a:spcAft>
                <a:spcPts val="544"/>
              </a:spcAft>
              <a:tabLst>
                <a:tab pos="0" algn="l"/>
              </a:tabLst>
            </a:pPr>
            <a:r>
              <a:rPr lang="en-US" sz="4360" b="1" strike="noStrike" spc="-46">
                <a:solidFill>
                  <a:srgbClr val="404040"/>
                </a:solidFill>
                <a:latin typeface="Calibri"/>
                <a:ea typeface="DejaVu Sans"/>
              </a:rPr>
              <a:t>Your R (Rstudio) environment</a:t>
            </a:r>
            <a:endParaRPr lang="en-GB" sz="4360" b="0" strike="noStrike" spc="-1">
              <a:latin typeface="Arial"/>
            </a:endParaRPr>
          </a:p>
        </p:txBody>
      </p:sp>
      <p:pic>
        <p:nvPicPr>
          <p:cNvPr id="234" name="Picture 90"/>
          <p:cNvPicPr/>
          <p:nvPr/>
        </p:nvPicPr>
        <p:blipFill>
          <a:blip r:embed="rId2"/>
          <a:srcRect l="4085" t="2628"/>
          <a:stretch/>
        </p:blipFill>
        <p:spPr>
          <a:xfrm>
            <a:off x="489960" y="516600"/>
            <a:ext cx="8107920" cy="4629240"/>
          </a:xfrm>
          <a:prstGeom prst="rect">
            <a:avLst/>
          </a:prstGeom>
          <a:ln>
            <a:noFill/>
          </a:ln>
        </p:spPr>
      </p:pic>
      <p:sp>
        <p:nvSpPr>
          <p:cNvPr id="235" name="CustomShape 2"/>
          <p:cNvSpPr/>
          <p:nvPr/>
        </p:nvSpPr>
        <p:spPr>
          <a:xfrm>
            <a:off x="489960" y="1079280"/>
            <a:ext cx="4244040" cy="2284920"/>
          </a:xfrm>
          <a:prstGeom prst="rect">
            <a:avLst/>
          </a:prstGeom>
          <a:solidFill>
            <a:srgbClr val="C7243A">
              <a:alpha val="25000"/>
            </a:srgbClr>
          </a:solidFill>
          <a:ln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236" name="CustomShape 3"/>
          <p:cNvSpPr/>
          <p:nvPr/>
        </p:nvSpPr>
        <p:spPr>
          <a:xfrm>
            <a:off x="4898160" y="1079280"/>
            <a:ext cx="3699360" cy="2121480"/>
          </a:xfrm>
          <a:prstGeom prst="rect">
            <a:avLst/>
          </a:prstGeom>
          <a:solidFill>
            <a:srgbClr val="729FCF">
              <a:alpha val="25000"/>
            </a:srgbClr>
          </a:solidFill>
          <a:ln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237" name="CustomShape 4"/>
          <p:cNvSpPr/>
          <p:nvPr/>
        </p:nvSpPr>
        <p:spPr>
          <a:xfrm>
            <a:off x="489960" y="3364920"/>
            <a:ext cx="4244040" cy="1780920"/>
          </a:xfrm>
          <a:prstGeom prst="rect">
            <a:avLst/>
          </a:prstGeom>
          <a:solidFill>
            <a:srgbClr val="81D41A">
              <a:alpha val="25000"/>
            </a:srgbClr>
          </a:solidFill>
          <a:ln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238" name="CustomShape 5"/>
          <p:cNvSpPr/>
          <p:nvPr/>
        </p:nvSpPr>
        <p:spPr>
          <a:xfrm>
            <a:off x="4898160" y="3201840"/>
            <a:ext cx="3699360" cy="1958400"/>
          </a:xfrm>
          <a:prstGeom prst="rect">
            <a:avLst/>
          </a:prstGeom>
          <a:solidFill>
            <a:srgbClr val="7030A0">
              <a:alpha val="25000"/>
            </a:srgbClr>
          </a:solidFill>
          <a:ln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239" name="CustomShape 6"/>
          <p:cNvSpPr/>
          <p:nvPr/>
        </p:nvSpPr>
        <p:spPr>
          <a:xfrm>
            <a:off x="653040" y="1418040"/>
            <a:ext cx="978480" cy="313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81720" tIns="40680" rIns="81720" bIns="40680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GB" sz="1640" b="1" strike="noStrike" spc="-1">
                <a:solidFill>
                  <a:srgbClr val="000000"/>
                </a:solidFill>
                <a:latin typeface="Arial"/>
                <a:ea typeface="DejaVu Sans"/>
              </a:rPr>
              <a:t>Script</a:t>
            </a:r>
            <a:endParaRPr lang="en-GB" sz="1640" b="0" strike="noStrike" spc="-1">
              <a:latin typeface="Arial"/>
            </a:endParaRPr>
          </a:p>
        </p:txBody>
      </p:sp>
      <p:sp>
        <p:nvSpPr>
          <p:cNvPr id="240" name="CustomShape 7"/>
          <p:cNvSpPr/>
          <p:nvPr/>
        </p:nvSpPr>
        <p:spPr>
          <a:xfrm>
            <a:off x="653040" y="4181400"/>
            <a:ext cx="1141920" cy="325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81720" tIns="40680" rIns="81720" bIns="40680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GB" sz="1640" b="1" strike="noStrike" spc="-1">
                <a:solidFill>
                  <a:srgbClr val="000000"/>
                </a:solidFill>
                <a:latin typeface="Arial"/>
                <a:ea typeface="DejaVu Sans"/>
              </a:rPr>
              <a:t>Console</a:t>
            </a:r>
            <a:endParaRPr lang="en-GB" sz="1640" b="0" strike="noStrike" spc="-1">
              <a:latin typeface="Arial"/>
            </a:endParaRPr>
          </a:p>
        </p:txBody>
      </p:sp>
      <p:sp>
        <p:nvSpPr>
          <p:cNvPr id="241" name="CustomShape 8"/>
          <p:cNvSpPr/>
          <p:nvPr/>
        </p:nvSpPr>
        <p:spPr>
          <a:xfrm>
            <a:off x="5061600" y="1568880"/>
            <a:ext cx="1958400" cy="545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81720" tIns="40680" rIns="81720" bIns="40680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GB" sz="1640" b="1" strike="noStrike" spc="-1">
                <a:solidFill>
                  <a:srgbClr val="000000"/>
                </a:solidFill>
                <a:latin typeface="Arial"/>
                <a:ea typeface="DejaVu Sans"/>
              </a:rPr>
              <a:t>Environment / History</a:t>
            </a:r>
            <a:endParaRPr lang="en-GB" sz="1640" b="0" strike="noStrike" spc="-1">
              <a:latin typeface="Arial"/>
            </a:endParaRPr>
          </a:p>
        </p:txBody>
      </p:sp>
      <p:sp>
        <p:nvSpPr>
          <p:cNvPr id="242" name="CustomShape 9"/>
          <p:cNvSpPr/>
          <p:nvPr/>
        </p:nvSpPr>
        <p:spPr>
          <a:xfrm>
            <a:off x="5388120" y="3528360"/>
            <a:ext cx="978480" cy="777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81720" tIns="40680" rIns="81720" bIns="40680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GB" sz="1640" b="1" strike="noStrike" spc="-1">
                <a:solidFill>
                  <a:srgbClr val="000000"/>
                </a:solidFill>
                <a:latin typeface="Arial"/>
                <a:ea typeface="DejaVu Sans"/>
              </a:rPr>
              <a:t>Help / Plots /</a:t>
            </a:r>
            <a:endParaRPr lang="en-GB" sz="1640" b="0" strike="noStrike" spc="-1">
              <a:latin typeface="Arial"/>
            </a:endParaRPr>
          </a:p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GB" sz="1640" b="1" strike="noStrike" spc="-1">
                <a:solidFill>
                  <a:srgbClr val="000000"/>
                </a:solidFill>
                <a:latin typeface="Arial"/>
                <a:ea typeface="DejaVu Sans"/>
              </a:rPr>
              <a:t>Files</a:t>
            </a:r>
            <a:endParaRPr lang="en-GB" sz="1640" b="0" strike="noStrike" spc="-1">
              <a:latin typeface="Arial"/>
            </a:endParaRPr>
          </a:p>
        </p:txBody>
      </p:sp>
      <p:grpSp>
        <p:nvGrpSpPr>
          <p:cNvPr id="243" name="Group 10"/>
          <p:cNvGrpSpPr/>
          <p:nvPr/>
        </p:nvGrpSpPr>
        <p:grpSpPr>
          <a:xfrm>
            <a:off x="545400" y="5214960"/>
            <a:ext cx="7539120" cy="1998720"/>
            <a:chOff x="545400" y="5214960"/>
            <a:chExt cx="7539120" cy="1998720"/>
          </a:xfrm>
        </p:grpSpPr>
        <p:sp>
          <p:nvSpPr>
            <p:cNvPr id="244" name="CustomShape 11"/>
            <p:cNvSpPr/>
            <p:nvPr/>
          </p:nvSpPr>
          <p:spPr>
            <a:xfrm>
              <a:off x="870120" y="5214960"/>
              <a:ext cx="1015560" cy="1015560"/>
            </a:xfrm>
            <a:prstGeom prst="ellipse">
              <a:avLst/>
            </a:prstGeom>
            <a:ln>
              <a:noFill/>
            </a:ln>
          </p:spPr>
          <p:style>
            <a:lnRef idx="0">
              <a:schemeClr val="lt1">
                <a:alpha val="0"/>
                <a:hueOff val="0"/>
                <a:satOff val="0"/>
                <a:lumOff val="0"/>
                <a:alphaOff val="0"/>
              </a:schemeClr>
            </a:lnRef>
            <a:fillRef idx="1">
              <a:schemeClr val="accent2">
                <a:hueOff val="0"/>
                <a:satOff val="0"/>
                <a:lumOff val="0"/>
                <a:alphaOff val="0"/>
              </a:schemeClr>
            </a:fillRef>
            <a:effectRef idx="0">
              <a:schemeClr val="accent2">
                <a:hueOff val="0"/>
                <a:satOff val="0"/>
                <a:lumOff val="0"/>
                <a:alphaOff val="0"/>
              </a:schemeClr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45" name="CustomShape 12"/>
            <p:cNvSpPr/>
            <p:nvPr/>
          </p:nvSpPr>
          <p:spPr>
            <a:xfrm>
              <a:off x="1086840" y="5431680"/>
              <a:ext cx="582120" cy="582120"/>
            </a:xfrm>
            <a:prstGeom prst="rect">
              <a:avLst/>
            </a:prstGeom>
            <a:blipFill rotWithShape="0">
              <a:blip r:embed="rId3"/>
              <a:stretch>
                <a:fillRect/>
              </a:stretch>
            </a:blipFill>
            <a:ln>
              <a:noFill/>
            </a:ln>
          </p:spPr>
          <p:style>
            <a:lnRef idx="2">
              <a:scrgbClr r="0" g="0" b="0"/>
            </a:lnRef>
            <a:fillRef idx="0">
              <a:scrgbClr r="0" g="0" b="0"/>
            </a:fillRef>
            <a:effectRef idx="0">
              <a:schemeClr val="bg1">
                <a:hueOff val="0"/>
                <a:satOff val="0"/>
                <a:lumOff val="0"/>
                <a:alphaOff val="0"/>
              </a:schemeClr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46" name="CustomShape 13"/>
            <p:cNvSpPr/>
            <p:nvPr/>
          </p:nvSpPr>
          <p:spPr>
            <a:xfrm>
              <a:off x="545400" y="6548040"/>
              <a:ext cx="1665360" cy="665640"/>
            </a:xfrm>
            <a:custGeom>
              <a:avLst/>
              <a:gdLst/>
              <a:ahLst/>
              <a:cxnLst/>
              <a:rect l="l" t="t" r="r" b="b"/>
              <a:pathLst>
                <a:path w="1666406" h="666562">
                  <a:moveTo>
                    <a:pt x="0" y="0"/>
                  </a:moveTo>
                  <a:lnTo>
                    <a:pt x="1666406" y="0"/>
                  </a:lnTo>
                  <a:lnTo>
                    <a:pt x="1666406" y="666562"/>
                  </a:lnTo>
                  <a:lnTo>
                    <a:pt x="0" y="666562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/>
          </p:style>
          <p:txBody>
            <a:bodyPr lIns="0" tIns="0" rIns="0" bIns="0">
              <a:noAutofit/>
            </a:bodyPr>
            <a:lstStyle/>
            <a:p>
              <a:pPr algn="ctr">
                <a:lnSpc>
                  <a:spcPct val="100000"/>
                </a:lnSpc>
                <a:spcAft>
                  <a:spcPts val="456"/>
                </a:spcAft>
                <a:tabLst>
                  <a:tab pos="0" algn="l"/>
                </a:tabLst>
              </a:pPr>
              <a:r>
                <a:rPr lang="en-GB" sz="1300" b="0" strike="noStrike" cap="all" spc="-1">
                  <a:solidFill>
                    <a:srgbClr val="000000"/>
                  </a:solidFill>
                  <a:latin typeface="Calibri"/>
                  <a:ea typeface="DejaVu Sans"/>
                </a:rPr>
                <a:t>Script</a:t>
              </a:r>
              <a:endParaRPr lang="en-GB" sz="1300" b="0" strike="noStrike" spc="-1">
                <a:latin typeface="Arial"/>
              </a:endParaRPr>
            </a:p>
          </p:txBody>
        </p:sp>
        <p:sp>
          <p:nvSpPr>
            <p:cNvPr id="247" name="CustomShape 14"/>
            <p:cNvSpPr/>
            <p:nvPr/>
          </p:nvSpPr>
          <p:spPr>
            <a:xfrm>
              <a:off x="2828160" y="5214960"/>
              <a:ext cx="1015560" cy="1015560"/>
            </a:xfrm>
            <a:prstGeom prst="ellipse">
              <a:avLst/>
            </a:prstGeom>
            <a:ln>
              <a:noFill/>
            </a:ln>
          </p:spPr>
          <p:style>
            <a:lnRef idx="0">
              <a:schemeClr val="lt1">
                <a:alpha val="0"/>
                <a:hueOff val="0"/>
                <a:satOff val="0"/>
                <a:lumOff val="0"/>
                <a:alphaOff val="0"/>
              </a:schemeClr>
            </a:lnRef>
            <a:fillRef idx="1">
              <a:schemeClr val="accent3">
                <a:hueOff val="0"/>
                <a:satOff val="0"/>
                <a:lumOff val="0"/>
                <a:alphaOff val="0"/>
              </a:schemeClr>
            </a:fillRef>
            <a:effectRef idx="0">
              <a:schemeClr val="accent3">
                <a:hueOff val="0"/>
                <a:satOff val="0"/>
                <a:lumOff val="0"/>
                <a:alphaOff val="0"/>
              </a:schemeClr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48" name="CustomShape 15"/>
            <p:cNvSpPr/>
            <p:nvPr/>
          </p:nvSpPr>
          <p:spPr>
            <a:xfrm>
              <a:off x="3044880" y="5431680"/>
              <a:ext cx="582120" cy="582120"/>
            </a:xfrm>
            <a:prstGeom prst="rect">
              <a:avLst/>
            </a:prstGeom>
            <a:blipFill rotWithShape="0">
              <a:blip r:embed="rId4"/>
              <a:stretch>
                <a:fillRect/>
              </a:stretch>
            </a:blipFill>
            <a:ln>
              <a:noFill/>
            </a:ln>
          </p:spPr>
          <p:style>
            <a:lnRef idx="2">
              <a:scrgbClr r="0" g="0" b="0"/>
            </a:lnRef>
            <a:fillRef idx="0">
              <a:scrgbClr r="0" g="0" b="0"/>
            </a:fillRef>
            <a:effectRef idx="0">
              <a:schemeClr val="bg1">
                <a:hueOff val="0"/>
                <a:satOff val="0"/>
                <a:lumOff val="0"/>
                <a:alphaOff val="0"/>
              </a:schemeClr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49" name="CustomShape 16"/>
            <p:cNvSpPr/>
            <p:nvPr/>
          </p:nvSpPr>
          <p:spPr>
            <a:xfrm>
              <a:off x="2503440" y="6548040"/>
              <a:ext cx="1665360" cy="665640"/>
            </a:xfrm>
            <a:custGeom>
              <a:avLst/>
              <a:gdLst/>
              <a:ahLst/>
              <a:cxnLst/>
              <a:rect l="l" t="t" r="r" b="b"/>
              <a:pathLst>
                <a:path w="1666406" h="666562">
                  <a:moveTo>
                    <a:pt x="0" y="0"/>
                  </a:moveTo>
                  <a:lnTo>
                    <a:pt x="1666406" y="0"/>
                  </a:lnTo>
                  <a:lnTo>
                    <a:pt x="1666406" y="666562"/>
                  </a:lnTo>
                  <a:lnTo>
                    <a:pt x="0" y="666562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/>
          </p:style>
          <p:txBody>
            <a:bodyPr lIns="0" tIns="0" rIns="0" bIns="0">
              <a:noAutofit/>
            </a:bodyPr>
            <a:lstStyle/>
            <a:p>
              <a:pPr algn="ctr">
                <a:lnSpc>
                  <a:spcPct val="100000"/>
                </a:lnSpc>
                <a:spcAft>
                  <a:spcPts val="456"/>
                </a:spcAft>
                <a:tabLst>
                  <a:tab pos="0" algn="l"/>
                </a:tabLst>
              </a:pPr>
              <a:r>
                <a:rPr lang="en-GB" sz="1300" b="0" strike="noStrike" cap="all" spc="-1">
                  <a:solidFill>
                    <a:srgbClr val="000000"/>
                  </a:solidFill>
                  <a:latin typeface="Calibri"/>
                  <a:ea typeface="DejaVu Sans"/>
                </a:rPr>
                <a:t>Console</a:t>
              </a:r>
              <a:endParaRPr lang="en-GB" sz="1300" b="0" strike="noStrike" spc="-1">
                <a:latin typeface="Arial"/>
              </a:endParaRPr>
            </a:p>
          </p:txBody>
        </p:sp>
        <p:sp>
          <p:nvSpPr>
            <p:cNvPr id="250" name="CustomShape 17"/>
            <p:cNvSpPr/>
            <p:nvPr/>
          </p:nvSpPr>
          <p:spPr>
            <a:xfrm>
              <a:off x="4786200" y="5214960"/>
              <a:ext cx="1015560" cy="1015560"/>
            </a:xfrm>
            <a:prstGeom prst="ellipse">
              <a:avLst/>
            </a:prstGeom>
            <a:ln>
              <a:noFill/>
            </a:ln>
          </p:spPr>
          <p:style>
            <a:lnRef idx="0">
              <a:schemeClr val="lt1">
                <a:alpha val="0"/>
                <a:hueOff val="0"/>
                <a:satOff val="0"/>
                <a:lumOff val="0"/>
                <a:alphaOff val="0"/>
              </a:schemeClr>
            </a:lnRef>
            <a:fillRef idx="1">
              <a:schemeClr val="accent4">
                <a:hueOff val="0"/>
                <a:satOff val="0"/>
                <a:lumOff val="0"/>
                <a:alphaOff val="0"/>
              </a:schemeClr>
            </a:fillRef>
            <a:effectRef idx="0">
              <a:schemeClr val="accent4">
                <a:hueOff val="0"/>
                <a:satOff val="0"/>
                <a:lumOff val="0"/>
                <a:alphaOff val="0"/>
              </a:schemeClr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51" name="CustomShape 18"/>
            <p:cNvSpPr/>
            <p:nvPr/>
          </p:nvSpPr>
          <p:spPr>
            <a:xfrm>
              <a:off x="5002920" y="5431680"/>
              <a:ext cx="582120" cy="582120"/>
            </a:xfrm>
            <a:prstGeom prst="rect">
              <a:avLst/>
            </a:prstGeom>
            <a:blipFill rotWithShape="0">
              <a:blip r:embed="rId5"/>
              <a:stretch>
                <a:fillRect/>
              </a:stretch>
            </a:blipFill>
            <a:ln>
              <a:noFill/>
            </a:ln>
          </p:spPr>
          <p:style>
            <a:lnRef idx="2">
              <a:scrgbClr r="0" g="0" b="0"/>
            </a:lnRef>
            <a:fillRef idx="0">
              <a:scrgbClr r="0" g="0" b="0"/>
            </a:fillRef>
            <a:effectRef idx="0">
              <a:schemeClr val="bg1">
                <a:hueOff val="0"/>
                <a:satOff val="0"/>
                <a:lumOff val="0"/>
                <a:alphaOff val="0"/>
              </a:schemeClr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52" name="CustomShape 19"/>
            <p:cNvSpPr/>
            <p:nvPr/>
          </p:nvSpPr>
          <p:spPr>
            <a:xfrm>
              <a:off x="4461480" y="6548040"/>
              <a:ext cx="1665360" cy="665640"/>
            </a:xfrm>
            <a:custGeom>
              <a:avLst/>
              <a:gdLst/>
              <a:ahLst/>
              <a:cxnLst/>
              <a:rect l="l" t="t" r="r" b="b"/>
              <a:pathLst>
                <a:path w="1666406" h="666562">
                  <a:moveTo>
                    <a:pt x="0" y="0"/>
                  </a:moveTo>
                  <a:lnTo>
                    <a:pt x="1666406" y="0"/>
                  </a:lnTo>
                  <a:lnTo>
                    <a:pt x="1666406" y="666562"/>
                  </a:lnTo>
                  <a:lnTo>
                    <a:pt x="0" y="666562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/>
          </p:style>
          <p:txBody>
            <a:bodyPr lIns="0" tIns="0" rIns="0" bIns="0">
              <a:noAutofit/>
            </a:bodyPr>
            <a:lstStyle/>
            <a:p>
              <a:pPr algn="ctr">
                <a:lnSpc>
                  <a:spcPct val="100000"/>
                </a:lnSpc>
                <a:spcAft>
                  <a:spcPts val="456"/>
                </a:spcAft>
                <a:tabLst>
                  <a:tab pos="0" algn="l"/>
                </a:tabLst>
              </a:pPr>
              <a:r>
                <a:rPr lang="en-GB" sz="1300" b="0" strike="noStrike" cap="all" spc="-1">
                  <a:solidFill>
                    <a:srgbClr val="000000"/>
                  </a:solidFill>
                  <a:latin typeface="Calibri"/>
                  <a:ea typeface="DejaVu Sans"/>
                </a:rPr>
                <a:t>Help/Plots/Files</a:t>
              </a:r>
              <a:endParaRPr lang="en-GB" sz="1300" b="0" strike="noStrike" spc="-1">
                <a:latin typeface="Arial"/>
              </a:endParaRPr>
            </a:p>
          </p:txBody>
        </p:sp>
        <p:sp>
          <p:nvSpPr>
            <p:cNvPr id="253" name="CustomShape 20"/>
            <p:cNvSpPr/>
            <p:nvPr/>
          </p:nvSpPr>
          <p:spPr>
            <a:xfrm>
              <a:off x="6744240" y="5214960"/>
              <a:ext cx="1015560" cy="1015560"/>
            </a:xfrm>
            <a:prstGeom prst="ellipse">
              <a:avLst/>
            </a:prstGeom>
            <a:ln>
              <a:noFill/>
            </a:ln>
          </p:spPr>
          <p:style>
            <a:lnRef idx="0">
              <a:schemeClr val="lt1">
                <a:alpha val="0"/>
                <a:hueOff val="0"/>
                <a:satOff val="0"/>
                <a:lumOff val="0"/>
                <a:alphaOff val="0"/>
              </a:schemeClr>
            </a:lnRef>
            <a:fillRef idx="1">
              <a:schemeClr val="accent5">
                <a:hueOff val="0"/>
                <a:satOff val="0"/>
                <a:lumOff val="0"/>
                <a:alphaOff val="0"/>
              </a:schemeClr>
            </a:fillRef>
            <a:effectRef idx="0">
              <a:schemeClr val="accent5">
                <a:hueOff val="0"/>
                <a:satOff val="0"/>
                <a:lumOff val="0"/>
                <a:alphaOff val="0"/>
              </a:schemeClr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54" name="CustomShape 21"/>
            <p:cNvSpPr/>
            <p:nvPr/>
          </p:nvSpPr>
          <p:spPr>
            <a:xfrm>
              <a:off x="6960960" y="5431680"/>
              <a:ext cx="582120" cy="582120"/>
            </a:xfrm>
            <a:prstGeom prst="rect">
              <a:avLst/>
            </a:prstGeom>
            <a:blipFill rotWithShape="0">
              <a:blip r:embed="rId6"/>
              <a:stretch>
                <a:fillRect/>
              </a:stretch>
            </a:blipFill>
            <a:ln>
              <a:noFill/>
            </a:ln>
          </p:spPr>
          <p:style>
            <a:lnRef idx="2">
              <a:scrgbClr r="0" g="0" b="0"/>
            </a:lnRef>
            <a:fillRef idx="0">
              <a:scrgbClr r="0" g="0" b="0"/>
            </a:fillRef>
            <a:effectRef idx="0">
              <a:schemeClr val="bg1">
                <a:hueOff val="0"/>
                <a:satOff val="0"/>
                <a:lumOff val="0"/>
                <a:alphaOff val="0"/>
              </a:schemeClr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55" name="CustomShape 22"/>
            <p:cNvSpPr/>
            <p:nvPr/>
          </p:nvSpPr>
          <p:spPr>
            <a:xfrm>
              <a:off x="6419160" y="6548040"/>
              <a:ext cx="1665360" cy="665640"/>
            </a:xfrm>
            <a:custGeom>
              <a:avLst/>
              <a:gdLst/>
              <a:ahLst/>
              <a:cxnLst/>
              <a:rect l="l" t="t" r="r" b="b"/>
              <a:pathLst>
                <a:path w="1666406" h="666562">
                  <a:moveTo>
                    <a:pt x="0" y="0"/>
                  </a:moveTo>
                  <a:lnTo>
                    <a:pt x="1666406" y="0"/>
                  </a:lnTo>
                  <a:lnTo>
                    <a:pt x="1666406" y="666562"/>
                  </a:lnTo>
                  <a:lnTo>
                    <a:pt x="0" y="666562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/>
          </p:style>
          <p:txBody>
            <a:bodyPr lIns="0" tIns="0" rIns="0" bIns="0">
              <a:noAutofit/>
            </a:bodyPr>
            <a:lstStyle/>
            <a:p>
              <a:pPr algn="ctr">
                <a:lnSpc>
                  <a:spcPct val="100000"/>
                </a:lnSpc>
                <a:spcAft>
                  <a:spcPts val="456"/>
                </a:spcAft>
                <a:tabLst>
                  <a:tab pos="0" algn="l"/>
                </a:tabLst>
              </a:pPr>
              <a:r>
                <a:rPr lang="en-GB" sz="1300" b="0" strike="noStrike" cap="all" spc="-1">
                  <a:solidFill>
                    <a:srgbClr val="000000"/>
                  </a:solidFill>
                  <a:latin typeface="Calibri"/>
                  <a:ea typeface="DejaVu Sans"/>
                </a:rPr>
                <a:t>Environment/History</a:t>
              </a:r>
              <a:endParaRPr lang="en-GB" sz="1300" b="0" strike="noStrike" spc="-1">
                <a:latin typeface="Arial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CustomShape 1"/>
          <p:cNvSpPr/>
          <p:nvPr/>
        </p:nvSpPr>
        <p:spPr>
          <a:xfrm>
            <a:off x="369360" y="1244880"/>
            <a:ext cx="2312640" cy="43286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82800" tIns="41400" rIns="82800" bIns="41400" anchor="ctr">
            <a:normAutofit/>
          </a:bodyPr>
          <a:lstStyle/>
          <a:p>
            <a:pPr>
              <a:lnSpc>
                <a:spcPct val="85000"/>
              </a:lnSpc>
              <a:spcAft>
                <a:spcPts val="544"/>
              </a:spcAft>
              <a:tabLst>
                <a:tab pos="0" algn="l"/>
              </a:tabLst>
            </a:pPr>
            <a:r>
              <a:rPr lang="en-US" sz="2720" b="1" strike="noStrike" spc="-46">
                <a:solidFill>
                  <a:srgbClr val="FFFFFF"/>
                </a:solidFill>
                <a:latin typeface="Calibri"/>
                <a:ea typeface="DejaVu Sans"/>
              </a:rPr>
              <a:t>Constants vs variables</a:t>
            </a:r>
            <a:endParaRPr lang="en-GB" sz="2720" b="0" strike="noStrike" spc="-1">
              <a:latin typeface="Arial"/>
            </a:endParaRPr>
          </a:p>
        </p:txBody>
      </p:sp>
      <p:graphicFrame>
        <p:nvGraphicFramePr>
          <p:cNvPr id="2" name="Diagram1"/>
          <p:cNvGraphicFramePr/>
          <p:nvPr>
            <p:extLst>
              <p:ext uri="{D42A27DB-BD31-4B8C-83A1-F6EECF244321}">
                <p14:modId xmlns:p14="http://schemas.microsoft.com/office/powerpoint/2010/main" val="2032563797"/>
              </p:ext>
            </p:extLst>
          </p:nvPr>
        </p:nvGraphicFramePr>
        <p:xfrm>
          <a:off x="3556440" y="1337040"/>
          <a:ext cx="5097240" cy="42364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257" name="CustomShape 2"/>
          <p:cNvSpPr/>
          <p:nvPr/>
        </p:nvSpPr>
        <p:spPr>
          <a:xfrm>
            <a:off x="822960" y="1072080"/>
            <a:ext cx="2585160" cy="4539960"/>
          </a:xfrm>
          <a:prstGeom prst="rect">
            <a:avLst/>
          </a:prstGeom>
          <a:noFill/>
          <a:ln>
            <a:noFill/>
          </a:ln>
        </p:spPr>
        <p:style>
          <a:lnRef idx="2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82800" tIns="41400" rIns="82800" bIns="41400">
            <a:normAutofit/>
          </a:bodyPr>
          <a:lstStyle/>
          <a:p>
            <a:pPr>
              <a:lnSpc>
                <a:spcPct val="85000"/>
              </a:lnSpc>
              <a:spcAft>
                <a:spcPts val="544"/>
              </a:spcAft>
              <a:tabLst>
                <a:tab pos="0" algn="l"/>
              </a:tabLst>
            </a:pPr>
            <a:r>
              <a:rPr lang="en-US" sz="4360" b="1" strike="noStrike" spc="-46" dirty="0">
                <a:solidFill>
                  <a:srgbClr val="404040"/>
                </a:solidFill>
                <a:latin typeface="Calibri"/>
                <a:ea typeface="DejaVu Sans"/>
              </a:rPr>
              <a:t>Constants vs. variables</a:t>
            </a:r>
            <a:endParaRPr lang="en-GB" sz="4360" b="0" strike="noStrike" spc="-1" dirty="0">
              <a:latin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2"/>
          <p:cNvGraphicFramePr/>
          <p:nvPr>
            <p:extLst>
              <p:ext uri="{D42A27DB-BD31-4B8C-83A1-F6EECF244321}">
                <p14:modId xmlns:p14="http://schemas.microsoft.com/office/powerpoint/2010/main" val="2800986602"/>
              </p:ext>
            </p:extLst>
          </p:nvPr>
        </p:nvGraphicFramePr>
        <p:xfrm>
          <a:off x="822600" y="2431080"/>
          <a:ext cx="7542720" cy="28386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258" name="CustomShape 1"/>
          <p:cNvSpPr/>
          <p:nvPr/>
        </p:nvSpPr>
        <p:spPr>
          <a:xfrm>
            <a:off x="822960" y="1072080"/>
            <a:ext cx="7542720" cy="10872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en-GB" sz="4400" b="1" strike="noStrike" spc="-1">
                <a:solidFill>
                  <a:srgbClr val="000000"/>
                </a:solidFill>
                <a:latin typeface="Calibri"/>
                <a:ea typeface="DejaVu Sans"/>
              </a:rPr>
              <a:t>Assignment of data to variables</a:t>
            </a:r>
            <a:endParaRPr lang="en-GB" sz="4400" b="0" strike="noStrike" spc="-1">
              <a:latin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CustomShape 1"/>
          <p:cNvSpPr/>
          <p:nvPr/>
        </p:nvSpPr>
        <p:spPr>
          <a:xfrm>
            <a:off x="457200" y="684000"/>
            <a:ext cx="8227800" cy="11437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GB" sz="4400" b="1" strike="noStrike" spc="-1">
                <a:solidFill>
                  <a:srgbClr val="000000"/>
                </a:solidFill>
                <a:latin typeface="Calibri"/>
                <a:ea typeface="DejaVu Sans"/>
              </a:rPr>
              <a:t>Data types in R</a:t>
            </a:r>
            <a:endParaRPr lang="en-GB" sz="4400" b="0" strike="noStrike" spc="-1">
              <a:latin typeface="Arial"/>
            </a:endParaRPr>
          </a:p>
        </p:txBody>
      </p:sp>
      <p:sp>
        <p:nvSpPr>
          <p:cNvPr id="260" name="CustomShape 2"/>
          <p:cNvSpPr/>
          <p:nvPr/>
        </p:nvSpPr>
        <p:spPr>
          <a:xfrm>
            <a:off x="457200" y="2023020"/>
            <a:ext cx="8227800" cy="3127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normAutofit lnSpcReduction="10000"/>
          </a:bodyPr>
          <a:lstStyle/>
          <a:p>
            <a:pPr marL="343080" indent="-342000">
              <a:lnSpc>
                <a:spcPct val="100000"/>
              </a:lnSpc>
              <a:spcBef>
                <a:spcPts val="507"/>
              </a:spcBef>
              <a:buClr>
                <a:srgbClr val="000000"/>
              </a:buClr>
              <a:buFont typeface="Arial"/>
              <a:buChar char="•"/>
            </a:pPr>
            <a:r>
              <a:rPr lang="en-GB" sz="2540" b="1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Character</a:t>
            </a:r>
          </a:p>
          <a:p>
            <a:pPr marL="1080">
              <a:lnSpc>
                <a:spcPct val="100000"/>
              </a:lnSpc>
              <a:spcBef>
                <a:spcPts val="507"/>
              </a:spcBef>
              <a:buClr>
                <a:srgbClr val="000000"/>
              </a:buClr>
            </a:pPr>
            <a:r>
              <a:rPr lang="en-GB" sz="218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“a”, “apple”</a:t>
            </a:r>
            <a:endParaRPr lang="en-GB" sz="2180" b="0" strike="noStrike" spc="-1" dirty="0">
              <a:latin typeface="Arial"/>
            </a:endParaRPr>
          </a:p>
          <a:p>
            <a:pPr marL="343080" indent="-342000">
              <a:lnSpc>
                <a:spcPct val="100000"/>
              </a:lnSpc>
              <a:spcBef>
                <a:spcPts val="507"/>
              </a:spcBef>
              <a:buClr>
                <a:srgbClr val="000000"/>
              </a:buClr>
              <a:buFont typeface="Arial"/>
              <a:buChar char="•"/>
            </a:pPr>
            <a:r>
              <a:rPr lang="en-GB" sz="2540" b="1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Numeric</a:t>
            </a:r>
            <a:endParaRPr lang="en-GB" sz="2540" b="0" strike="noStrike" spc="-1" dirty="0">
              <a:latin typeface="Arial"/>
            </a:endParaRPr>
          </a:p>
          <a:p>
            <a:pPr marL="1080" lvl="1">
              <a:lnSpc>
                <a:spcPct val="100000"/>
              </a:lnSpc>
              <a:spcBef>
                <a:spcPts val="434"/>
              </a:spcBef>
              <a:buClr>
                <a:srgbClr val="000000"/>
              </a:buClr>
            </a:pPr>
            <a:r>
              <a:rPr lang="en-GB" sz="218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1, 23, 3.14</a:t>
            </a:r>
            <a:endParaRPr lang="en-GB" sz="2180" b="0" strike="noStrike" spc="-1" dirty="0">
              <a:latin typeface="Arial"/>
            </a:endParaRPr>
          </a:p>
          <a:p>
            <a:pPr marL="343080" indent="-342000">
              <a:lnSpc>
                <a:spcPct val="100000"/>
              </a:lnSpc>
              <a:spcBef>
                <a:spcPts val="507"/>
              </a:spcBef>
              <a:buClr>
                <a:srgbClr val="000000"/>
              </a:buClr>
              <a:buFont typeface="Arial"/>
              <a:buChar char="•"/>
            </a:pPr>
            <a:r>
              <a:rPr lang="en-GB" sz="2540" b="1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Logical</a:t>
            </a:r>
            <a:endParaRPr lang="en-GB" sz="2540" b="0" strike="noStrike" spc="-1" dirty="0">
              <a:latin typeface="Arial"/>
            </a:endParaRPr>
          </a:p>
          <a:p>
            <a:pPr marL="1080" lvl="1">
              <a:lnSpc>
                <a:spcPct val="100000"/>
              </a:lnSpc>
              <a:spcBef>
                <a:spcPts val="434"/>
              </a:spcBef>
              <a:buClr>
                <a:srgbClr val="000000"/>
              </a:buClr>
            </a:pPr>
            <a:r>
              <a:rPr lang="en-GB" sz="218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TRUE, FALSE (also 1, 0 or T, F)</a:t>
            </a:r>
            <a:endParaRPr lang="en-GB" sz="2180" b="0" strike="noStrike" spc="-1" dirty="0">
              <a:latin typeface="Arial"/>
            </a:endParaRPr>
          </a:p>
          <a:p>
            <a:pPr marL="343080" indent="-342000">
              <a:lnSpc>
                <a:spcPct val="100000"/>
              </a:lnSpc>
              <a:spcBef>
                <a:spcPts val="507"/>
              </a:spcBef>
              <a:buClr>
                <a:srgbClr val="000000"/>
              </a:buClr>
              <a:buFont typeface="Arial"/>
              <a:buChar char="•"/>
            </a:pPr>
            <a:r>
              <a:rPr lang="en-GB" sz="2540" b="1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Factor</a:t>
            </a:r>
            <a:endParaRPr lang="en-GB" sz="2540" b="0" strike="noStrike" spc="-1" dirty="0">
              <a:latin typeface="Arial"/>
            </a:endParaRPr>
          </a:p>
          <a:p>
            <a:pPr marL="1080" lvl="1">
              <a:lnSpc>
                <a:spcPct val="100000"/>
              </a:lnSpc>
              <a:spcBef>
                <a:spcPts val="434"/>
              </a:spcBef>
              <a:buClr>
                <a:srgbClr val="000000"/>
              </a:buClr>
            </a:pPr>
            <a:r>
              <a:rPr lang="en-GB" sz="218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For categorical variables, when data is classified into groups</a:t>
            </a:r>
            <a:endParaRPr lang="en-GB" sz="2180" b="0" strike="noStrike" spc="-1" dirty="0">
              <a:latin typeface="Arial"/>
            </a:endParaRPr>
          </a:p>
        </p:txBody>
      </p:sp>
      <p:sp>
        <p:nvSpPr>
          <p:cNvPr id="261" name="CustomShape 3"/>
          <p:cNvSpPr/>
          <p:nvPr/>
        </p:nvSpPr>
        <p:spPr>
          <a:xfrm>
            <a:off x="457200" y="6084360"/>
            <a:ext cx="4113720" cy="36396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GB" sz="1800" b="0" strike="noStrike" spc="-1">
                <a:solidFill>
                  <a:srgbClr val="000000"/>
                </a:solidFill>
                <a:latin typeface="Courier New"/>
                <a:ea typeface="DejaVu Sans"/>
              </a:rPr>
              <a:t>‘’ “” </a:t>
            </a:r>
            <a:r>
              <a:rPr lang="en-GB" sz="1800" b="0" strike="noStrike" spc="-1">
                <a:solidFill>
                  <a:srgbClr val="000000"/>
                </a:solidFill>
                <a:latin typeface="Calibri"/>
                <a:ea typeface="DejaVu Sans"/>
              </a:rPr>
              <a:t>– denote character or string data</a:t>
            </a:r>
            <a:endParaRPr lang="en-GB" sz="1800" b="0" strike="noStrike" spc="-1">
              <a:latin typeface="Arial"/>
            </a:endParaRPr>
          </a:p>
        </p:txBody>
      </p:sp>
      <p:sp>
        <p:nvSpPr>
          <p:cNvPr id="262" name="CustomShape 4"/>
          <p:cNvSpPr/>
          <p:nvPr/>
        </p:nvSpPr>
        <p:spPr>
          <a:xfrm>
            <a:off x="1396080" y="5715000"/>
            <a:ext cx="1863360" cy="3639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GB" sz="1800" b="0" strike="noStrike" spc="-1">
                <a:solidFill>
                  <a:srgbClr val="000000"/>
                </a:solidFill>
                <a:latin typeface="Calibri"/>
                <a:ea typeface="DejaVu Sans"/>
              </a:rPr>
              <a:t>Quotations</a:t>
            </a:r>
            <a:endParaRPr lang="en-GB" sz="1800" b="0" strike="noStrike" spc="-1">
              <a:latin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CustomShape 1"/>
          <p:cNvSpPr/>
          <p:nvPr/>
        </p:nvSpPr>
        <p:spPr>
          <a:xfrm>
            <a:off x="457200" y="684000"/>
            <a:ext cx="8227800" cy="11437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GB" sz="4400" b="1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Conversion (and coercion)</a:t>
            </a:r>
            <a:endParaRPr lang="en-GB" sz="4400" b="0" strike="noStrike" spc="-1" dirty="0">
              <a:latin typeface="Arial"/>
            </a:endParaRPr>
          </a:p>
        </p:txBody>
      </p:sp>
      <p:sp>
        <p:nvSpPr>
          <p:cNvPr id="264" name="CustomShape 2"/>
          <p:cNvSpPr/>
          <p:nvPr/>
        </p:nvSpPr>
        <p:spPr>
          <a:xfrm>
            <a:off x="457200" y="1764360"/>
            <a:ext cx="8227800" cy="3127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normAutofit lnSpcReduction="10000"/>
          </a:bodyPr>
          <a:lstStyle/>
          <a:p>
            <a:pPr marL="343080" indent="-342000">
              <a:lnSpc>
                <a:spcPct val="100000"/>
              </a:lnSpc>
              <a:spcBef>
                <a:spcPts val="434"/>
              </a:spcBef>
              <a:buClr>
                <a:srgbClr val="000000"/>
              </a:buClr>
              <a:buFont typeface="Arial"/>
              <a:buChar char="•"/>
            </a:pPr>
            <a:r>
              <a:rPr lang="en-GB" sz="2180" b="0" strike="noStrike" spc="-1">
                <a:solidFill>
                  <a:srgbClr val="000000"/>
                </a:solidFill>
                <a:latin typeface="Courier New"/>
                <a:ea typeface="DejaVu Sans"/>
              </a:rPr>
              <a:t>as.character()</a:t>
            </a:r>
            <a:endParaRPr lang="en-GB" sz="2180" b="0" strike="noStrike" spc="-1">
              <a:latin typeface="Arial"/>
            </a:endParaRPr>
          </a:p>
          <a:p>
            <a:pPr marL="743040" lvl="1" indent="-284760">
              <a:lnSpc>
                <a:spcPct val="100000"/>
              </a:lnSpc>
              <a:spcBef>
                <a:spcPts val="363"/>
              </a:spcBef>
              <a:buClr>
                <a:srgbClr val="000000"/>
              </a:buClr>
              <a:buFont typeface="Arial"/>
              <a:buChar char="–"/>
            </a:pPr>
            <a:r>
              <a:rPr lang="en-GB" sz="1820" b="1" strike="noStrike" spc="-1">
                <a:solidFill>
                  <a:srgbClr val="000000"/>
                </a:solidFill>
                <a:latin typeface="Calibri"/>
                <a:ea typeface="DejaVu Sans"/>
              </a:rPr>
              <a:t>Numeric</a:t>
            </a:r>
            <a:r>
              <a:rPr lang="en-GB" sz="1820" b="0" strike="noStrike" spc="-1">
                <a:solidFill>
                  <a:srgbClr val="000000"/>
                </a:solidFill>
                <a:latin typeface="Calibri"/>
                <a:ea typeface="DejaVu Sans"/>
              </a:rPr>
              <a:t>, </a:t>
            </a:r>
            <a:r>
              <a:rPr lang="en-GB" sz="1820" b="1" strike="noStrike" spc="-1">
                <a:solidFill>
                  <a:srgbClr val="000000"/>
                </a:solidFill>
                <a:latin typeface="Calibri"/>
                <a:ea typeface="DejaVu Sans"/>
              </a:rPr>
              <a:t>logical</a:t>
            </a:r>
            <a:r>
              <a:rPr lang="en-GB" sz="1820" b="0" strike="noStrike" spc="-1">
                <a:solidFill>
                  <a:srgbClr val="000000"/>
                </a:solidFill>
                <a:latin typeface="Calibri"/>
                <a:ea typeface="DejaVu Sans"/>
              </a:rPr>
              <a:t> and </a:t>
            </a:r>
            <a:r>
              <a:rPr lang="en-GB" sz="1820" b="1" strike="noStrike" spc="-1">
                <a:solidFill>
                  <a:srgbClr val="000000"/>
                </a:solidFill>
                <a:latin typeface="Calibri"/>
                <a:ea typeface="DejaVu Sans"/>
              </a:rPr>
              <a:t>factor</a:t>
            </a:r>
            <a:r>
              <a:rPr lang="en-GB" sz="1820" b="0" strike="noStrike" spc="-1">
                <a:solidFill>
                  <a:srgbClr val="000000"/>
                </a:solidFill>
                <a:latin typeface="Calibri"/>
                <a:ea typeface="DejaVu Sans"/>
              </a:rPr>
              <a:t> types can be converted to character</a:t>
            </a:r>
            <a:endParaRPr lang="en-GB" sz="1820" b="0" strike="noStrike" spc="-1">
              <a:latin typeface="Arial"/>
            </a:endParaRPr>
          </a:p>
          <a:p>
            <a:pPr marL="343080" indent="-342000">
              <a:lnSpc>
                <a:spcPct val="100000"/>
              </a:lnSpc>
              <a:spcBef>
                <a:spcPts val="434"/>
              </a:spcBef>
              <a:buClr>
                <a:srgbClr val="000000"/>
              </a:buClr>
              <a:buFont typeface="Arial"/>
              <a:buChar char="•"/>
            </a:pPr>
            <a:r>
              <a:rPr lang="en-GB" sz="2180" b="0" strike="noStrike" spc="-1">
                <a:solidFill>
                  <a:srgbClr val="000000"/>
                </a:solidFill>
                <a:latin typeface="Courier New"/>
                <a:ea typeface="DejaVu Sans"/>
              </a:rPr>
              <a:t>as.numeric()</a:t>
            </a:r>
            <a:endParaRPr lang="en-GB" sz="2180" b="0" strike="noStrike" spc="-1">
              <a:latin typeface="Arial"/>
            </a:endParaRPr>
          </a:p>
          <a:p>
            <a:pPr marL="743040" lvl="1" indent="-284760">
              <a:lnSpc>
                <a:spcPct val="100000"/>
              </a:lnSpc>
              <a:spcBef>
                <a:spcPts val="363"/>
              </a:spcBef>
              <a:buClr>
                <a:srgbClr val="000000"/>
              </a:buClr>
              <a:buFont typeface="Arial"/>
              <a:buChar char="–"/>
            </a:pPr>
            <a:r>
              <a:rPr lang="en-GB" sz="1820" b="1" strike="noStrike" spc="-1">
                <a:solidFill>
                  <a:srgbClr val="000000"/>
                </a:solidFill>
                <a:latin typeface="Calibri"/>
                <a:ea typeface="DejaVu Sans"/>
              </a:rPr>
              <a:t>Logical</a:t>
            </a:r>
            <a:r>
              <a:rPr lang="en-GB" sz="1820" b="0" strike="noStrike" spc="-1">
                <a:solidFill>
                  <a:srgbClr val="000000"/>
                </a:solidFill>
                <a:latin typeface="Calibri"/>
                <a:ea typeface="DejaVu Sans"/>
              </a:rPr>
              <a:t>, and </a:t>
            </a:r>
            <a:r>
              <a:rPr lang="en-GB" sz="1820" b="1" strike="noStrike" spc="-1">
                <a:solidFill>
                  <a:srgbClr val="000000"/>
                </a:solidFill>
                <a:latin typeface="Calibri"/>
                <a:ea typeface="DejaVu Sans"/>
              </a:rPr>
              <a:t>character variables that are purely numbers</a:t>
            </a:r>
            <a:r>
              <a:rPr lang="en-GB" sz="1820" b="0" strike="noStrike" spc="-1">
                <a:solidFill>
                  <a:srgbClr val="000000"/>
                </a:solidFill>
                <a:latin typeface="Calibri"/>
                <a:ea typeface="DejaVu Sans"/>
              </a:rPr>
              <a:t> can be converted to numeric</a:t>
            </a:r>
            <a:endParaRPr lang="en-GB" sz="1820" b="0" strike="noStrike" spc="-1">
              <a:latin typeface="Arial"/>
            </a:endParaRPr>
          </a:p>
          <a:p>
            <a:pPr marL="343080" indent="-342000">
              <a:lnSpc>
                <a:spcPct val="100000"/>
              </a:lnSpc>
              <a:spcBef>
                <a:spcPts val="434"/>
              </a:spcBef>
              <a:buClr>
                <a:srgbClr val="000000"/>
              </a:buClr>
              <a:buFont typeface="Arial"/>
              <a:buChar char="•"/>
            </a:pPr>
            <a:r>
              <a:rPr lang="en-GB" sz="2180" b="0" strike="noStrike" spc="-1">
                <a:solidFill>
                  <a:srgbClr val="000000"/>
                </a:solidFill>
                <a:latin typeface="Courier New"/>
                <a:ea typeface="DejaVu Sans"/>
              </a:rPr>
              <a:t>as.logical()</a:t>
            </a:r>
            <a:endParaRPr lang="en-GB" sz="2180" b="0" strike="noStrike" spc="-1">
              <a:latin typeface="Arial"/>
            </a:endParaRPr>
          </a:p>
          <a:p>
            <a:pPr marL="743040" lvl="1" indent="-284760">
              <a:lnSpc>
                <a:spcPct val="100000"/>
              </a:lnSpc>
              <a:spcBef>
                <a:spcPts val="363"/>
              </a:spcBef>
              <a:buClr>
                <a:srgbClr val="000000"/>
              </a:buClr>
              <a:buFont typeface="Arial"/>
              <a:buChar char="–"/>
            </a:pPr>
            <a:r>
              <a:rPr lang="en-GB" sz="1820" b="1" strike="noStrike" spc="-1">
                <a:solidFill>
                  <a:srgbClr val="000000"/>
                </a:solidFill>
                <a:latin typeface="Calibri"/>
                <a:ea typeface="DejaVu Sans"/>
              </a:rPr>
              <a:t>“FALSE” </a:t>
            </a:r>
            <a:r>
              <a:rPr lang="en-GB" sz="1820" b="0" strike="noStrike" spc="-1">
                <a:solidFill>
                  <a:srgbClr val="000000"/>
                </a:solidFill>
                <a:latin typeface="Calibri"/>
                <a:ea typeface="DejaVu Sans"/>
              </a:rPr>
              <a:t>or </a:t>
            </a:r>
            <a:r>
              <a:rPr lang="en-GB" sz="1820" b="1" strike="noStrike" spc="-1">
                <a:solidFill>
                  <a:srgbClr val="000000"/>
                </a:solidFill>
                <a:latin typeface="Calibri"/>
                <a:ea typeface="DejaVu Sans"/>
              </a:rPr>
              <a:t>0</a:t>
            </a:r>
            <a:r>
              <a:rPr lang="en-GB" sz="1820" b="0" strike="noStrike" spc="-1">
                <a:solidFill>
                  <a:srgbClr val="000000"/>
                </a:solidFill>
                <a:latin typeface="Calibri"/>
                <a:ea typeface="DejaVu Sans"/>
              </a:rPr>
              <a:t> is converted to FALSE, </a:t>
            </a:r>
            <a:r>
              <a:rPr lang="en-GB" sz="1820" b="1" strike="noStrike" spc="-1">
                <a:solidFill>
                  <a:srgbClr val="000000"/>
                </a:solidFill>
                <a:latin typeface="Calibri"/>
                <a:ea typeface="DejaVu Sans"/>
              </a:rPr>
              <a:t>“TRUE” </a:t>
            </a:r>
            <a:r>
              <a:rPr lang="en-GB" sz="1820" b="0" strike="noStrike" spc="-1">
                <a:solidFill>
                  <a:srgbClr val="000000"/>
                </a:solidFill>
                <a:latin typeface="Calibri"/>
                <a:ea typeface="DejaVu Sans"/>
              </a:rPr>
              <a:t>or </a:t>
            </a:r>
            <a:r>
              <a:rPr lang="en-GB" sz="1820" b="1" strike="noStrike" spc="-1">
                <a:solidFill>
                  <a:srgbClr val="000000"/>
                </a:solidFill>
                <a:latin typeface="Calibri"/>
                <a:ea typeface="DejaVu Sans"/>
              </a:rPr>
              <a:t>any non-zero number</a:t>
            </a:r>
            <a:r>
              <a:rPr lang="en-GB" sz="1820" b="0" strike="noStrike" spc="-1">
                <a:solidFill>
                  <a:srgbClr val="000000"/>
                </a:solidFill>
                <a:latin typeface="Calibri"/>
                <a:ea typeface="DejaVu Sans"/>
              </a:rPr>
              <a:t> is converted to TRUE</a:t>
            </a:r>
            <a:endParaRPr lang="en-GB" sz="1820" b="0" strike="noStrike" spc="-1">
              <a:latin typeface="Arial"/>
            </a:endParaRPr>
          </a:p>
          <a:p>
            <a:pPr marL="343080" indent="-342000">
              <a:lnSpc>
                <a:spcPct val="100000"/>
              </a:lnSpc>
              <a:spcBef>
                <a:spcPts val="434"/>
              </a:spcBef>
              <a:buClr>
                <a:srgbClr val="000000"/>
              </a:buClr>
              <a:buFont typeface="Arial"/>
              <a:buChar char="•"/>
            </a:pPr>
            <a:r>
              <a:rPr lang="en-GB" sz="2180" b="0" strike="noStrike" spc="-1">
                <a:solidFill>
                  <a:srgbClr val="000000"/>
                </a:solidFill>
                <a:latin typeface="Courier New"/>
                <a:ea typeface="DejaVu Sans"/>
              </a:rPr>
              <a:t>as.factor()</a:t>
            </a:r>
            <a:endParaRPr lang="en-GB" sz="2180" b="0" strike="noStrike" spc="-1">
              <a:latin typeface="Arial"/>
            </a:endParaRPr>
          </a:p>
          <a:p>
            <a:pPr marL="743040" lvl="1" indent="-284760">
              <a:lnSpc>
                <a:spcPct val="100000"/>
              </a:lnSpc>
              <a:spcBef>
                <a:spcPts val="363"/>
              </a:spcBef>
              <a:buClr>
                <a:srgbClr val="000000"/>
              </a:buClr>
              <a:buFont typeface="Arial"/>
              <a:buChar char="–"/>
            </a:pPr>
            <a:r>
              <a:rPr lang="en-GB" sz="1820" b="0" strike="noStrike" spc="-1">
                <a:solidFill>
                  <a:srgbClr val="000000"/>
                </a:solidFill>
                <a:latin typeface="Calibri"/>
                <a:ea typeface="DejaVu Sans"/>
              </a:rPr>
              <a:t>Any other data type can be converted to a factor</a:t>
            </a:r>
            <a:endParaRPr lang="en-GB" sz="1820" b="0" strike="noStrike" spc="-1">
              <a:latin typeface="Arial"/>
            </a:endParaRPr>
          </a:p>
        </p:txBody>
      </p:sp>
      <p:sp>
        <p:nvSpPr>
          <p:cNvPr id="265" name="CustomShape 3"/>
          <p:cNvSpPr/>
          <p:nvPr/>
        </p:nvSpPr>
        <p:spPr>
          <a:xfrm>
            <a:off x="457200" y="5423040"/>
            <a:ext cx="3740760" cy="91260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GB" sz="1800" b="0" strike="noStrike" spc="-1">
                <a:solidFill>
                  <a:srgbClr val="FF0000"/>
                </a:solidFill>
                <a:latin typeface="Courier New"/>
                <a:ea typeface="DejaVu Sans"/>
              </a:rPr>
              <a:t>Warning message:</a:t>
            </a:r>
            <a:endParaRPr lang="en-GB" sz="1800" b="0" strike="noStrike" spc="-1"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GB" sz="1800" b="0" strike="noStrike" spc="-1">
                <a:solidFill>
                  <a:srgbClr val="FF0000"/>
                </a:solidFill>
                <a:latin typeface="Courier New"/>
                <a:ea typeface="DejaVu Sans"/>
              </a:rPr>
              <a:t>NAs introduced by coercion </a:t>
            </a:r>
            <a:endParaRPr lang="en-GB" sz="1800" b="0" strike="noStrike" spc="-1">
              <a:latin typeface="Arial"/>
            </a:endParaRPr>
          </a:p>
        </p:txBody>
      </p:sp>
      <p:sp>
        <p:nvSpPr>
          <p:cNvPr id="266" name="CustomShape 4"/>
          <p:cNvSpPr/>
          <p:nvPr/>
        </p:nvSpPr>
        <p:spPr>
          <a:xfrm>
            <a:off x="4327920" y="5423040"/>
            <a:ext cx="4570920" cy="118692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GB" sz="1800" b="0" strike="noStrike" spc="-1">
                <a:solidFill>
                  <a:srgbClr val="000000"/>
                </a:solidFill>
                <a:latin typeface="Courier New"/>
                <a:ea typeface="DejaVu Sans"/>
              </a:rPr>
              <a:t>&gt; as.numeric(as.character(14))</a:t>
            </a:r>
            <a:endParaRPr lang="en-GB" sz="1800" b="0" strike="noStrike" spc="-1"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GB" sz="1800" b="0" strike="noStrike" spc="-1">
                <a:solidFill>
                  <a:srgbClr val="000000"/>
                </a:solidFill>
                <a:latin typeface="Courier New"/>
                <a:ea typeface="DejaVu Sans"/>
              </a:rPr>
              <a:t>[1] 14</a:t>
            </a:r>
            <a:endParaRPr lang="en-GB" sz="1800" b="0" strike="noStrike" spc="-1"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GB" sz="1800" b="0" strike="noStrike" spc="-1">
                <a:solidFill>
                  <a:srgbClr val="000000"/>
                </a:solidFill>
                <a:latin typeface="Courier New"/>
                <a:ea typeface="DejaVu Sans"/>
              </a:rPr>
              <a:t>&gt; as.numeric(as.factor(14))</a:t>
            </a:r>
            <a:endParaRPr lang="en-GB" sz="1800" b="0" strike="noStrike" spc="-1"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GB" sz="1800" b="0" strike="noStrike" spc="-1">
                <a:solidFill>
                  <a:srgbClr val="000000"/>
                </a:solidFill>
                <a:latin typeface="Courier New"/>
                <a:ea typeface="DejaVu Sans"/>
              </a:rPr>
              <a:t>[1] 1</a:t>
            </a:r>
            <a:endParaRPr lang="en-GB" sz="1800" b="0" strike="noStrike" spc="-1">
              <a:latin typeface="Arial"/>
            </a:endParaRPr>
          </a:p>
        </p:txBody>
      </p:sp>
      <p:sp>
        <p:nvSpPr>
          <p:cNvPr id="267" name="CustomShape 5"/>
          <p:cNvSpPr/>
          <p:nvPr/>
        </p:nvSpPr>
        <p:spPr>
          <a:xfrm>
            <a:off x="1396080" y="5053680"/>
            <a:ext cx="1863360" cy="3639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GB" sz="1800" b="0" strike="noStrike" spc="-1">
                <a:solidFill>
                  <a:srgbClr val="000000"/>
                </a:solidFill>
                <a:latin typeface="Calibri"/>
                <a:ea typeface="DejaVu Sans"/>
              </a:rPr>
              <a:t>Warnings</a:t>
            </a:r>
            <a:endParaRPr lang="en-GB" sz="1800" b="0" strike="noStrike" spc="-1">
              <a:latin typeface="Arial"/>
            </a:endParaRPr>
          </a:p>
        </p:txBody>
      </p:sp>
      <p:sp>
        <p:nvSpPr>
          <p:cNvPr id="268" name="CustomShape 6"/>
          <p:cNvSpPr/>
          <p:nvPr/>
        </p:nvSpPr>
        <p:spPr>
          <a:xfrm>
            <a:off x="5681880" y="5053680"/>
            <a:ext cx="1863360" cy="3639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GB" sz="1800" b="0" strike="noStrike" spc="-1">
                <a:solidFill>
                  <a:srgbClr val="000000"/>
                </a:solidFill>
                <a:latin typeface="Calibri"/>
                <a:ea typeface="DejaVu Sans"/>
              </a:rPr>
              <a:t>Silent effects</a:t>
            </a:r>
            <a:endParaRPr lang="en-GB" sz="1800" b="0" strike="noStrike" spc="-1">
              <a:latin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CustomShape 1"/>
          <p:cNvSpPr/>
          <p:nvPr/>
        </p:nvSpPr>
        <p:spPr>
          <a:xfrm>
            <a:off x="822960" y="1072080"/>
            <a:ext cx="7542720" cy="10872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82800" tIns="41400" rIns="82800" bIns="41400" anchor="b">
            <a:normAutofit/>
          </a:bodyPr>
          <a:lstStyle/>
          <a:p>
            <a:pPr>
              <a:lnSpc>
                <a:spcPct val="85000"/>
              </a:lnSpc>
              <a:spcAft>
                <a:spcPts val="544"/>
              </a:spcAft>
              <a:tabLst>
                <a:tab pos="0" algn="l"/>
              </a:tabLst>
            </a:pPr>
            <a:r>
              <a:rPr lang="en-US" sz="4400" b="1" strike="noStrike" spc="-46" dirty="0">
                <a:latin typeface="Calibri"/>
                <a:ea typeface="DejaVu Sans"/>
              </a:rPr>
              <a:t>How to get help</a:t>
            </a:r>
            <a:endParaRPr lang="en-GB" sz="4400" b="0" strike="noStrike" spc="-1" dirty="0">
              <a:latin typeface="Arial"/>
            </a:endParaRPr>
          </a:p>
        </p:txBody>
      </p:sp>
      <p:graphicFrame>
        <p:nvGraphicFramePr>
          <p:cNvPr id="3" name="Diagram3"/>
          <p:cNvGraphicFramePr/>
          <p:nvPr>
            <p:extLst>
              <p:ext uri="{D42A27DB-BD31-4B8C-83A1-F6EECF244321}">
                <p14:modId xmlns:p14="http://schemas.microsoft.com/office/powerpoint/2010/main" val="2666678168"/>
              </p:ext>
            </p:extLst>
          </p:nvPr>
        </p:nvGraphicFramePr>
        <p:xfrm>
          <a:off x="822600" y="2431080"/>
          <a:ext cx="7542720" cy="28386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CustomShape 1"/>
          <p:cNvSpPr/>
          <p:nvPr/>
        </p:nvSpPr>
        <p:spPr>
          <a:xfrm>
            <a:off x="457200" y="684000"/>
            <a:ext cx="8228160" cy="11440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GB" sz="4400" b="1" strike="noStrike" spc="-1" dirty="0">
                <a:solidFill>
                  <a:srgbClr val="000000"/>
                </a:solidFill>
                <a:latin typeface="Calibri"/>
              </a:rPr>
              <a:t>Data Structures: atomic vector</a:t>
            </a:r>
            <a:endParaRPr lang="en-GB" sz="4400" b="0" strike="noStrike" spc="-1" dirty="0">
              <a:latin typeface="Arial"/>
            </a:endParaRPr>
          </a:p>
        </p:txBody>
      </p:sp>
      <p:sp>
        <p:nvSpPr>
          <p:cNvPr id="519" name="CustomShape 2"/>
          <p:cNvSpPr/>
          <p:nvPr/>
        </p:nvSpPr>
        <p:spPr>
          <a:xfrm>
            <a:off x="457200" y="2359440"/>
            <a:ext cx="8228160" cy="10022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normAutofit/>
          </a:bodyPr>
          <a:lstStyle/>
          <a:p>
            <a:pPr marL="343080" indent="-342360">
              <a:lnSpc>
                <a:spcPct val="100000"/>
              </a:lnSpc>
              <a:spcBef>
                <a:spcPts val="434"/>
              </a:spcBef>
              <a:buClr>
                <a:srgbClr val="000000"/>
              </a:buClr>
              <a:buFont typeface="Arial"/>
              <a:buChar char="•"/>
            </a:pPr>
            <a:r>
              <a:rPr lang="en-GB" sz="2180" b="0" strike="noStrike" spc="-1">
                <a:solidFill>
                  <a:srgbClr val="000000"/>
                </a:solidFill>
                <a:latin typeface="Calibri"/>
              </a:rPr>
              <a:t>atomic vector</a:t>
            </a:r>
            <a:endParaRPr lang="en-GB" sz="2180" b="0" strike="noStrike" spc="-1">
              <a:latin typeface="Arial"/>
            </a:endParaRPr>
          </a:p>
          <a:p>
            <a:pPr marL="743040" lvl="1" indent="-285120">
              <a:lnSpc>
                <a:spcPct val="100000"/>
              </a:lnSpc>
              <a:spcBef>
                <a:spcPts val="363"/>
              </a:spcBef>
              <a:buClr>
                <a:srgbClr val="000000"/>
              </a:buClr>
              <a:buFont typeface="Arial"/>
              <a:buChar char="–"/>
            </a:pPr>
            <a:r>
              <a:rPr lang="en-GB" sz="1820" b="0" strike="noStrike" spc="-1">
                <a:solidFill>
                  <a:srgbClr val="000000"/>
                </a:solidFill>
                <a:latin typeface="Calibri"/>
              </a:rPr>
              <a:t>All elements are of the same type</a:t>
            </a:r>
            <a:endParaRPr lang="en-GB" sz="1820" b="0" strike="noStrike" spc="-1">
              <a:latin typeface="Arial"/>
            </a:endParaRPr>
          </a:p>
        </p:txBody>
      </p:sp>
      <p:grpSp>
        <p:nvGrpSpPr>
          <p:cNvPr id="520" name="Group 3"/>
          <p:cNvGrpSpPr/>
          <p:nvPr/>
        </p:nvGrpSpPr>
        <p:grpSpPr>
          <a:xfrm>
            <a:off x="1052640" y="3661200"/>
            <a:ext cx="7435800" cy="643680"/>
            <a:chOff x="1052640" y="3661200"/>
            <a:chExt cx="7435800" cy="643680"/>
          </a:xfrm>
        </p:grpSpPr>
        <p:sp>
          <p:nvSpPr>
            <p:cNvPr id="521" name="CustomShape 4"/>
            <p:cNvSpPr/>
            <p:nvPr/>
          </p:nvSpPr>
          <p:spPr>
            <a:xfrm>
              <a:off x="1052640" y="3965400"/>
              <a:ext cx="1363320" cy="339480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>
              <a:sp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r>
                <a:rPr lang="en-GB" sz="1640" b="0" strike="noStrike" spc="-1">
                  <a:solidFill>
                    <a:srgbClr val="000000"/>
                  </a:solidFill>
                  <a:latin typeface="Calibri"/>
                  <a:ea typeface="DejaVu Sans"/>
                </a:rPr>
                <a:t>atomic vector</a:t>
              </a:r>
              <a:endParaRPr lang="en-GB" sz="1640" b="0" strike="noStrike" spc="-1">
                <a:latin typeface="Arial"/>
              </a:endParaRPr>
            </a:p>
          </p:txBody>
        </p:sp>
        <p:grpSp>
          <p:nvGrpSpPr>
            <p:cNvPr id="522" name="Group 5"/>
            <p:cNvGrpSpPr/>
            <p:nvPr/>
          </p:nvGrpSpPr>
          <p:grpSpPr>
            <a:xfrm>
              <a:off x="2736360" y="3661200"/>
              <a:ext cx="1239840" cy="575640"/>
              <a:chOff x="2736360" y="3661200"/>
              <a:chExt cx="1239840" cy="575640"/>
            </a:xfrm>
          </p:grpSpPr>
          <p:grpSp>
            <p:nvGrpSpPr>
              <p:cNvPr id="523" name="Group 6"/>
              <p:cNvGrpSpPr/>
              <p:nvPr/>
            </p:nvGrpSpPr>
            <p:grpSpPr>
              <a:xfrm>
                <a:off x="2736360" y="3965400"/>
                <a:ext cx="1239840" cy="271440"/>
                <a:chOff x="2736360" y="3965400"/>
                <a:chExt cx="1239840" cy="271440"/>
              </a:xfrm>
            </p:grpSpPr>
            <p:sp>
              <p:nvSpPr>
                <p:cNvPr id="524" name="CustomShape 7"/>
                <p:cNvSpPr/>
                <p:nvPr/>
              </p:nvSpPr>
              <p:spPr>
                <a:xfrm>
                  <a:off x="2736360" y="3967920"/>
                  <a:ext cx="310320" cy="268920"/>
                </a:xfrm>
                <a:prstGeom prst="rect">
                  <a:avLst/>
                </a:prstGeom>
                <a:ln>
                  <a:round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/>
              </p:style>
              <p:txBody>
                <a:bodyPr lIns="90000" tIns="45000" rIns="90000" bIns="45000" anchor="ctr">
                  <a:noAutofit/>
                </a:bodyPr>
                <a:lstStyle/>
                <a:p>
                  <a:pPr algn="ctr">
                    <a:lnSpc>
                      <a:spcPct val="100000"/>
                    </a:lnSpc>
                    <a:tabLst>
                      <a:tab pos="0" algn="l"/>
                    </a:tabLst>
                  </a:pPr>
                  <a:r>
                    <a:rPr lang="en-GB" sz="700" b="0" strike="noStrike" spc="-1">
                      <a:solidFill>
                        <a:srgbClr val="FFFFFF"/>
                      </a:solidFill>
                      <a:latin typeface="Calibri"/>
                      <a:ea typeface="DejaVu Sans"/>
                    </a:rPr>
                    <a:t>“a”</a:t>
                  </a:r>
                  <a:endParaRPr lang="en-GB" sz="700" b="0" strike="noStrike" spc="-1">
                    <a:latin typeface="Arial"/>
                  </a:endParaRPr>
                </a:p>
              </p:txBody>
            </p:sp>
            <p:sp>
              <p:nvSpPr>
                <p:cNvPr id="525" name="CustomShape 8"/>
                <p:cNvSpPr/>
                <p:nvPr/>
              </p:nvSpPr>
              <p:spPr>
                <a:xfrm>
                  <a:off x="3047400" y="3965400"/>
                  <a:ext cx="310320" cy="271080"/>
                </a:xfrm>
                <a:prstGeom prst="rect">
                  <a:avLst/>
                </a:prstGeom>
                <a:ln>
                  <a:round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/>
              </p:style>
              <p:txBody>
                <a:bodyPr lIns="90000" tIns="45000" rIns="90000" bIns="45000" anchor="ctr">
                  <a:noAutofit/>
                </a:bodyPr>
                <a:lstStyle/>
                <a:p>
                  <a:pPr algn="ctr">
                    <a:lnSpc>
                      <a:spcPct val="100000"/>
                    </a:lnSpc>
                    <a:tabLst>
                      <a:tab pos="0" algn="l"/>
                    </a:tabLst>
                  </a:pPr>
                  <a:r>
                    <a:rPr lang="en-GB" sz="700" b="0" strike="noStrike" spc="-1">
                      <a:solidFill>
                        <a:srgbClr val="FFFFFF"/>
                      </a:solidFill>
                      <a:latin typeface="Calibri"/>
                      <a:ea typeface="DejaVu Sans"/>
                    </a:rPr>
                    <a:t>“a”</a:t>
                  </a:r>
                  <a:endParaRPr lang="en-GB" sz="700" b="0" strike="noStrike" spc="-1">
                    <a:latin typeface="Arial"/>
                  </a:endParaRPr>
                </a:p>
              </p:txBody>
            </p:sp>
            <p:sp>
              <p:nvSpPr>
                <p:cNvPr id="526" name="CustomShape 9"/>
                <p:cNvSpPr/>
                <p:nvPr/>
              </p:nvSpPr>
              <p:spPr>
                <a:xfrm>
                  <a:off x="3356640" y="3967920"/>
                  <a:ext cx="310320" cy="268920"/>
                </a:xfrm>
                <a:prstGeom prst="rect">
                  <a:avLst/>
                </a:prstGeom>
                <a:ln>
                  <a:round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/>
              </p:style>
              <p:txBody>
                <a:bodyPr lIns="90000" tIns="45000" rIns="90000" bIns="45000" anchor="ctr">
                  <a:noAutofit/>
                </a:bodyPr>
                <a:lstStyle/>
                <a:p>
                  <a:pPr algn="ctr">
                    <a:lnSpc>
                      <a:spcPct val="100000"/>
                    </a:lnSpc>
                    <a:tabLst>
                      <a:tab pos="0" algn="l"/>
                    </a:tabLst>
                  </a:pPr>
                  <a:r>
                    <a:rPr lang="en-GB" sz="700" b="0" strike="noStrike" spc="-1">
                      <a:solidFill>
                        <a:srgbClr val="FFFFFF"/>
                      </a:solidFill>
                      <a:latin typeface="Calibri"/>
                      <a:ea typeface="DejaVu Sans"/>
                    </a:rPr>
                    <a:t>“c”</a:t>
                  </a:r>
                  <a:endParaRPr lang="en-GB" sz="700" b="0" strike="noStrike" spc="-1">
                    <a:latin typeface="Arial"/>
                  </a:endParaRPr>
                </a:p>
              </p:txBody>
            </p:sp>
            <p:sp>
              <p:nvSpPr>
                <p:cNvPr id="527" name="CustomShape 10"/>
                <p:cNvSpPr/>
                <p:nvPr/>
              </p:nvSpPr>
              <p:spPr>
                <a:xfrm>
                  <a:off x="3665880" y="3967920"/>
                  <a:ext cx="310320" cy="268920"/>
                </a:xfrm>
                <a:prstGeom prst="rect">
                  <a:avLst/>
                </a:prstGeom>
                <a:ln>
                  <a:round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/>
              </p:style>
              <p:txBody>
                <a:bodyPr lIns="90000" tIns="45000" rIns="90000" bIns="45000" anchor="ctr">
                  <a:noAutofit/>
                </a:bodyPr>
                <a:lstStyle/>
                <a:p>
                  <a:pPr algn="ctr">
                    <a:lnSpc>
                      <a:spcPct val="100000"/>
                    </a:lnSpc>
                    <a:tabLst>
                      <a:tab pos="0" algn="l"/>
                    </a:tabLst>
                  </a:pPr>
                  <a:r>
                    <a:rPr lang="en-GB" sz="700" b="0" strike="noStrike" spc="-1">
                      <a:solidFill>
                        <a:srgbClr val="FFFFFF"/>
                      </a:solidFill>
                      <a:latin typeface="Calibri"/>
                      <a:ea typeface="DejaVu Sans"/>
                    </a:rPr>
                    <a:t>“f”</a:t>
                  </a:r>
                  <a:endParaRPr lang="en-GB" sz="700" b="0" strike="noStrike" spc="-1">
                    <a:latin typeface="Arial"/>
                  </a:endParaRPr>
                </a:p>
              </p:txBody>
            </p:sp>
          </p:grpSp>
          <p:sp>
            <p:nvSpPr>
              <p:cNvPr id="528" name="CustomShape 11"/>
              <p:cNvSpPr/>
              <p:nvPr/>
            </p:nvSpPr>
            <p:spPr>
              <a:xfrm>
                <a:off x="2739240" y="3661560"/>
                <a:ext cx="310320" cy="33948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>
                <a:spAutoFit/>
              </a:bodyPr>
              <a:lstStyle/>
              <a:p>
                <a:pPr algn="ctr">
                  <a:lnSpc>
                    <a:spcPct val="100000"/>
                  </a:lnSpc>
                  <a:tabLst>
                    <a:tab pos="0" algn="l"/>
                  </a:tabLst>
                </a:pPr>
                <a:r>
                  <a:rPr lang="en-GB" sz="1640" b="0" strike="noStrike" spc="-1">
                    <a:solidFill>
                      <a:srgbClr val="000000"/>
                    </a:solidFill>
                    <a:latin typeface="Calibri"/>
                    <a:ea typeface="DejaVu Sans"/>
                  </a:rPr>
                  <a:t>1</a:t>
                </a:r>
                <a:endParaRPr lang="en-GB" sz="1640" b="0" strike="noStrike" spc="-1">
                  <a:latin typeface="Arial"/>
                </a:endParaRPr>
              </a:p>
            </p:txBody>
          </p:sp>
          <p:sp>
            <p:nvSpPr>
              <p:cNvPr id="529" name="CustomShape 12"/>
              <p:cNvSpPr/>
              <p:nvPr/>
            </p:nvSpPr>
            <p:spPr>
              <a:xfrm>
                <a:off x="3043800" y="3661200"/>
                <a:ext cx="310320" cy="33948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>
                <a:spAutoFit/>
              </a:bodyPr>
              <a:lstStyle/>
              <a:p>
                <a:pPr algn="ctr">
                  <a:lnSpc>
                    <a:spcPct val="100000"/>
                  </a:lnSpc>
                  <a:tabLst>
                    <a:tab pos="0" algn="l"/>
                  </a:tabLst>
                </a:pPr>
                <a:r>
                  <a:rPr lang="en-GB" sz="1640" b="0" strike="noStrike" spc="-1">
                    <a:solidFill>
                      <a:srgbClr val="000000"/>
                    </a:solidFill>
                    <a:latin typeface="Calibri"/>
                    <a:ea typeface="DejaVu Sans"/>
                  </a:rPr>
                  <a:t>2</a:t>
                </a:r>
                <a:endParaRPr lang="en-GB" sz="1640" b="0" strike="noStrike" spc="-1">
                  <a:latin typeface="Arial"/>
                </a:endParaRPr>
              </a:p>
            </p:txBody>
          </p:sp>
          <p:sp>
            <p:nvSpPr>
              <p:cNvPr id="530" name="CustomShape 13"/>
              <p:cNvSpPr/>
              <p:nvPr/>
            </p:nvSpPr>
            <p:spPr>
              <a:xfrm>
                <a:off x="3348360" y="3661200"/>
                <a:ext cx="310320" cy="33948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>
                <a:spAutoFit/>
              </a:bodyPr>
              <a:lstStyle/>
              <a:p>
                <a:pPr algn="ctr">
                  <a:lnSpc>
                    <a:spcPct val="100000"/>
                  </a:lnSpc>
                  <a:tabLst>
                    <a:tab pos="0" algn="l"/>
                  </a:tabLst>
                </a:pPr>
                <a:r>
                  <a:rPr lang="en-GB" sz="1640" b="0" strike="noStrike" spc="-1">
                    <a:solidFill>
                      <a:srgbClr val="000000"/>
                    </a:solidFill>
                    <a:latin typeface="Calibri"/>
                    <a:ea typeface="DejaVu Sans"/>
                  </a:rPr>
                  <a:t>3</a:t>
                </a:r>
                <a:endParaRPr lang="en-GB" sz="1640" b="0" strike="noStrike" spc="-1">
                  <a:latin typeface="Arial"/>
                </a:endParaRPr>
              </a:p>
            </p:txBody>
          </p:sp>
          <p:sp>
            <p:nvSpPr>
              <p:cNvPr id="531" name="CustomShape 14"/>
              <p:cNvSpPr/>
              <p:nvPr/>
            </p:nvSpPr>
            <p:spPr>
              <a:xfrm>
                <a:off x="3665880" y="3661200"/>
                <a:ext cx="310320" cy="33948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>
                <a:spAutoFit/>
              </a:bodyPr>
              <a:lstStyle/>
              <a:p>
                <a:pPr algn="ctr">
                  <a:lnSpc>
                    <a:spcPct val="100000"/>
                  </a:lnSpc>
                  <a:tabLst>
                    <a:tab pos="0" algn="l"/>
                  </a:tabLst>
                </a:pPr>
                <a:r>
                  <a:rPr lang="en-GB" sz="1640" b="0" strike="noStrike" spc="-1">
                    <a:solidFill>
                      <a:srgbClr val="000000"/>
                    </a:solidFill>
                    <a:latin typeface="Calibri"/>
                    <a:ea typeface="DejaVu Sans"/>
                  </a:rPr>
                  <a:t>4</a:t>
                </a:r>
                <a:endParaRPr lang="en-GB" sz="1640" b="0" strike="noStrike" spc="-1">
                  <a:latin typeface="Arial"/>
                </a:endParaRPr>
              </a:p>
            </p:txBody>
          </p:sp>
        </p:grpSp>
        <p:grpSp>
          <p:nvGrpSpPr>
            <p:cNvPr id="532" name="Group 15"/>
            <p:cNvGrpSpPr/>
            <p:nvPr/>
          </p:nvGrpSpPr>
          <p:grpSpPr>
            <a:xfrm>
              <a:off x="4978800" y="3661200"/>
              <a:ext cx="1240200" cy="573120"/>
              <a:chOff x="4978800" y="3661200"/>
              <a:chExt cx="1240200" cy="573120"/>
            </a:xfrm>
          </p:grpSpPr>
          <p:grpSp>
            <p:nvGrpSpPr>
              <p:cNvPr id="533" name="Group 16"/>
              <p:cNvGrpSpPr/>
              <p:nvPr/>
            </p:nvGrpSpPr>
            <p:grpSpPr>
              <a:xfrm>
                <a:off x="4978800" y="3965400"/>
                <a:ext cx="1240200" cy="268920"/>
                <a:chOff x="4978800" y="3965400"/>
                <a:chExt cx="1240200" cy="268920"/>
              </a:xfrm>
            </p:grpSpPr>
            <p:sp>
              <p:nvSpPr>
                <p:cNvPr id="534" name="CustomShape 17"/>
                <p:cNvSpPr/>
                <p:nvPr/>
              </p:nvSpPr>
              <p:spPr>
                <a:xfrm>
                  <a:off x="4978800" y="3965400"/>
                  <a:ext cx="310320" cy="268920"/>
                </a:xfrm>
                <a:prstGeom prst="rect">
                  <a:avLst/>
                </a:prstGeom>
                <a:ln>
                  <a:round/>
                </a:ln>
              </p:spPr>
              <p:style>
                <a:lnRef idx="2">
                  <a:schemeClr val="accent6">
                    <a:shade val="50000"/>
                  </a:schemeClr>
                </a:lnRef>
                <a:fillRef idx="1">
                  <a:schemeClr val="accent6"/>
                </a:fillRef>
                <a:effectRef idx="0">
                  <a:schemeClr val="accent6"/>
                </a:effectRef>
                <a:fontRef idx="minor"/>
              </p:style>
              <p:txBody>
                <a:bodyPr lIns="90000" tIns="45000" rIns="90000" bIns="45000" anchor="ctr">
                  <a:noAutofit/>
                </a:bodyPr>
                <a:lstStyle/>
                <a:p>
                  <a:pPr algn="ctr">
                    <a:lnSpc>
                      <a:spcPct val="100000"/>
                    </a:lnSpc>
                    <a:tabLst>
                      <a:tab pos="0" algn="l"/>
                    </a:tabLst>
                  </a:pPr>
                  <a:r>
                    <a:rPr lang="en-GB" sz="700" b="0" strike="noStrike" spc="-1">
                      <a:solidFill>
                        <a:srgbClr val="FFFFFF"/>
                      </a:solidFill>
                      <a:latin typeface="Calibri"/>
                      <a:ea typeface="DejaVu Sans"/>
                    </a:rPr>
                    <a:t>1</a:t>
                  </a:r>
                  <a:endParaRPr lang="en-GB" sz="700" b="0" strike="noStrike" spc="-1">
                    <a:latin typeface="Arial"/>
                  </a:endParaRPr>
                </a:p>
              </p:txBody>
            </p:sp>
            <p:sp>
              <p:nvSpPr>
                <p:cNvPr id="535" name="CustomShape 18"/>
                <p:cNvSpPr/>
                <p:nvPr/>
              </p:nvSpPr>
              <p:spPr>
                <a:xfrm>
                  <a:off x="5289840" y="3965400"/>
                  <a:ext cx="310320" cy="268920"/>
                </a:xfrm>
                <a:prstGeom prst="rect">
                  <a:avLst/>
                </a:prstGeom>
                <a:ln>
                  <a:round/>
                </a:ln>
              </p:spPr>
              <p:style>
                <a:lnRef idx="2">
                  <a:schemeClr val="accent6">
                    <a:shade val="50000"/>
                  </a:schemeClr>
                </a:lnRef>
                <a:fillRef idx="1">
                  <a:schemeClr val="accent6"/>
                </a:fillRef>
                <a:effectRef idx="0">
                  <a:schemeClr val="accent6"/>
                </a:effectRef>
                <a:fontRef idx="minor"/>
              </p:style>
              <p:txBody>
                <a:bodyPr lIns="90000" tIns="45000" rIns="90000" bIns="45000" anchor="ctr">
                  <a:noAutofit/>
                </a:bodyPr>
                <a:lstStyle/>
                <a:p>
                  <a:pPr algn="ctr">
                    <a:lnSpc>
                      <a:spcPct val="100000"/>
                    </a:lnSpc>
                    <a:tabLst>
                      <a:tab pos="0" algn="l"/>
                    </a:tabLst>
                  </a:pPr>
                  <a:r>
                    <a:rPr lang="en-GB" sz="700" b="0" strike="noStrike" spc="-1">
                      <a:solidFill>
                        <a:srgbClr val="FFFFFF"/>
                      </a:solidFill>
                      <a:latin typeface="Calibri"/>
                      <a:ea typeface="DejaVu Sans"/>
                    </a:rPr>
                    <a:t>2</a:t>
                  </a:r>
                  <a:endParaRPr lang="en-GB" sz="700" b="0" strike="noStrike" spc="-1">
                    <a:latin typeface="Arial"/>
                  </a:endParaRPr>
                </a:p>
              </p:txBody>
            </p:sp>
            <p:sp>
              <p:nvSpPr>
                <p:cNvPr id="536" name="CustomShape 19"/>
                <p:cNvSpPr/>
                <p:nvPr/>
              </p:nvSpPr>
              <p:spPr>
                <a:xfrm>
                  <a:off x="5599440" y="3965400"/>
                  <a:ext cx="310320" cy="268920"/>
                </a:xfrm>
                <a:prstGeom prst="rect">
                  <a:avLst/>
                </a:prstGeom>
                <a:ln>
                  <a:round/>
                </a:ln>
              </p:spPr>
              <p:style>
                <a:lnRef idx="2">
                  <a:schemeClr val="accent6">
                    <a:shade val="50000"/>
                  </a:schemeClr>
                </a:lnRef>
                <a:fillRef idx="1">
                  <a:schemeClr val="accent6"/>
                </a:fillRef>
                <a:effectRef idx="0">
                  <a:schemeClr val="accent6"/>
                </a:effectRef>
                <a:fontRef idx="minor"/>
              </p:style>
              <p:txBody>
                <a:bodyPr lIns="90000" tIns="45000" rIns="90000" bIns="45000" anchor="ctr">
                  <a:noAutofit/>
                </a:bodyPr>
                <a:lstStyle/>
                <a:p>
                  <a:pPr algn="ctr">
                    <a:lnSpc>
                      <a:spcPct val="100000"/>
                    </a:lnSpc>
                    <a:tabLst>
                      <a:tab pos="0" algn="l"/>
                    </a:tabLst>
                  </a:pPr>
                  <a:r>
                    <a:rPr lang="en-GB" sz="700" b="0" strike="noStrike" spc="-1">
                      <a:solidFill>
                        <a:srgbClr val="FFFFFF"/>
                      </a:solidFill>
                      <a:latin typeface="Calibri"/>
                      <a:ea typeface="DejaVu Sans"/>
                    </a:rPr>
                    <a:t>1</a:t>
                  </a:r>
                  <a:endParaRPr lang="en-GB" sz="700" b="0" strike="noStrike" spc="-1">
                    <a:latin typeface="Arial"/>
                  </a:endParaRPr>
                </a:p>
              </p:txBody>
            </p:sp>
            <p:sp>
              <p:nvSpPr>
                <p:cNvPr id="537" name="CustomShape 20"/>
                <p:cNvSpPr/>
                <p:nvPr/>
              </p:nvSpPr>
              <p:spPr>
                <a:xfrm>
                  <a:off x="5908680" y="3965400"/>
                  <a:ext cx="310320" cy="268920"/>
                </a:xfrm>
                <a:prstGeom prst="rect">
                  <a:avLst/>
                </a:prstGeom>
                <a:ln>
                  <a:round/>
                </a:ln>
              </p:spPr>
              <p:style>
                <a:lnRef idx="2">
                  <a:schemeClr val="accent6">
                    <a:shade val="50000"/>
                  </a:schemeClr>
                </a:lnRef>
                <a:fillRef idx="1">
                  <a:schemeClr val="accent6"/>
                </a:fillRef>
                <a:effectRef idx="0">
                  <a:schemeClr val="accent6"/>
                </a:effectRef>
                <a:fontRef idx="minor"/>
              </p:style>
              <p:txBody>
                <a:bodyPr lIns="90000" tIns="45000" rIns="90000" bIns="45000" anchor="ctr">
                  <a:noAutofit/>
                </a:bodyPr>
                <a:lstStyle/>
                <a:p>
                  <a:pPr algn="ctr">
                    <a:lnSpc>
                      <a:spcPct val="100000"/>
                    </a:lnSpc>
                    <a:tabLst>
                      <a:tab pos="0" algn="l"/>
                    </a:tabLst>
                  </a:pPr>
                  <a:r>
                    <a:rPr lang="en-GB" sz="700" b="0" strike="noStrike" spc="-1">
                      <a:solidFill>
                        <a:srgbClr val="FFFFFF"/>
                      </a:solidFill>
                      <a:latin typeface="Calibri"/>
                      <a:ea typeface="DejaVu Sans"/>
                    </a:rPr>
                    <a:t>4</a:t>
                  </a:r>
                  <a:endParaRPr lang="en-GB" sz="700" b="0" strike="noStrike" spc="-1">
                    <a:latin typeface="Arial"/>
                  </a:endParaRPr>
                </a:p>
              </p:txBody>
            </p:sp>
          </p:grpSp>
          <p:sp>
            <p:nvSpPr>
              <p:cNvPr id="538" name="CustomShape 21"/>
              <p:cNvSpPr/>
              <p:nvPr/>
            </p:nvSpPr>
            <p:spPr>
              <a:xfrm>
                <a:off x="4982040" y="3661560"/>
                <a:ext cx="310320" cy="33948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>
                <a:spAutoFit/>
              </a:bodyPr>
              <a:lstStyle/>
              <a:p>
                <a:pPr algn="ctr">
                  <a:lnSpc>
                    <a:spcPct val="100000"/>
                  </a:lnSpc>
                  <a:tabLst>
                    <a:tab pos="0" algn="l"/>
                  </a:tabLst>
                </a:pPr>
                <a:r>
                  <a:rPr lang="en-GB" sz="1640" b="0" strike="noStrike" spc="-1">
                    <a:solidFill>
                      <a:srgbClr val="000000"/>
                    </a:solidFill>
                    <a:latin typeface="Calibri"/>
                    <a:ea typeface="DejaVu Sans"/>
                  </a:rPr>
                  <a:t>1</a:t>
                </a:r>
                <a:endParaRPr lang="en-GB" sz="1640" b="0" strike="noStrike" spc="-1">
                  <a:latin typeface="Arial"/>
                </a:endParaRPr>
              </a:p>
            </p:txBody>
          </p:sp>
          <p:sp>
            <p:nvSpPr>
              <p:cNvPr id="539" name="CustomShape 22"/>
              <p:cNvSpPr/>
              <p:nvPr/>
            </p:nvSpPr>
            <p:spPr>
              <a:xfrm>
                <a:off x="5286600" y="3661200"/>
                <a:ext cx="310320" cy="33948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>
                <a:spAutoFit/>
              </a:bodyPr>
              <a:lstStyle/>
              <a:p>
                <a:pPr algn="ctr">
                  <a:lnSpc>
                    <a:spcPct val="100000"/>
                  </a:lnSpc>
                  <a:tabLst>
                    <a:tab pos="0" algn="l"/>
                  </a:tabLst>
                </a:pPr>
                <a:r>
                  <a:rPr lang="en-GB" sz="1640" b="0" strike="noStrike" spc="-1">
                    <a:solidFill>
                      <a:srgbClr val="000000"/>
                    </a:solidFill>
                    <a:latin typeface="Calibri"/>
                    <a:ea typeface="DejaVu Sans"/>
                  </a:rPr>
                  <a:t>2</a:t>
                </a:r>
                <a:endParaRPr lang="en-GB" sz="1640" b="0" strike="noStrike" spc="-1">
                  <a:latin typeface="Arial"/>
                </a:endParaRPr>
              </a:p>
            </p:txBody>
          </p:sp>
          <p:sp>
            <p:nvSpPr>
              <p:cNvPr id="540" name="CustomShape 23"/>
              <p:cNvSpPr/>
              <p:nvPr/>
            </p:nvSpPr>
            <p:spPr>
              <a:xfrm>
                <a:off x="5591160" y="3661200"/>
                <a:ext cx="310320" cy="33948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>
                <a:spAutoFit/>
              </a:bodyPr>
              <a:lstStyle/>
              <a:p>
                <a:pPr algn="ctr">
                  <a:lnSpc>
                    <a:spcPct val="100000"/>
                  </a:lnSpc>
                  <a:tabLst>
                    <a:tab pos="0" algn="l"/>
                  </a:tabLst>
                </a:pPr>
                <a:r>
                  <a:rPr lang="en-GB" sz="1640" b="0" strike="noStrike" spc="-1">
                    <a:solidFill>
                      <a:srgbClr val="000000"/>
                    </a:solidFill>
                    <a:latin typeface="Calibri"/>
                    <a:ea typeface="DejaVu Sans"/>
                  </a:rPr>
                  <a:t>3</a:t>
                </a:r>
                <a:endParaRPr lang="en-GB" sz="1640" b="0" strike="noStrike" spc="-1">
                  <a:latin typeface="Arial"/>
                </a:endParaRPr>
              </a:p>
            </p:txBody>
          </p:sp>
          <p:sp>
            <p:nvSpPr>
              <p:cNvPr id="541" name="CustomShape 24"/>
              <p:cNvSpPr/>
              <p:nvPr/>
            </p:nvSpPr>
            <p:spPr>
              <a:xfrm>
                <a:off x="5908680" y="3661200"/>
                <a:ext cx="310320" cy="33948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>
                <a:spAutoFit/>
              </a:bodyPr>
              <a:lstStyle/>
              <a:p>
                <a:pPr algn="ctr">
                  <a:lnSpc>
                    <a:spcPct val="100000"/>
                  </a:lnSpc>
                  <a:tabLst>
                    <a:tab pos="0" algn="l"/>
                  </a:tabLst>
                </a:pPr>
                <a:r>
                  <a:rPr lang="en-GB" sz="1640" b="0" strike="noStrike" spc="-1">
                    <a:solidFill>
                      <a:srgbClr val="000000"/>
                    </a:solidFill>
                    <a:latin typeface="Calibri"/>
                    <a:ea typeface="DejaVu Sans"/>
                  </a:rPr>
                  <a:t>4</a:t>
                </a:r>
                <a:endParaRPr lang="en-GB" sz="1640" b="0" strike="noStrike" spc="-1">
                  <a:latin typeface="Arial"/>
                </a:endParaRPr>
              </a:p>
            </p:txBody>
          </p:sp>
        </p:grpSp>
        <p:grpSp>
          <p:nvGrpSpPr>
            <p:cNvPr id="542" name="Group 25"/>
            <p:cNvGrpSpPr/>
            <p:nvPr/>
          </p:nvGrpSpPr>
          <p:grpSpPr>
            <a:xfrm>
              <a:off x="7242480" y="3662280"/>
              <a:ext cx="1245960" cy="572040"/>
              <a:chOff x="7242480" y="3662280"/>
              <a:chExt cx="1245960" cy="572040"/>
            </a:xfrm>
          </p:grpSpPr>
          <p:grpSp>
            <p:nvGrpSpPr>
              <p:cNvPr id="543" name="Group 26"/>
              <p:cNvGrpSpPr/>
              <p:nvPr/>
            </p:nvGrpSpPr>
            <p:grpSpPr>
              <a:xfrm>
                <a:off x="7248600" y="3965400"/>
                <a:ext cx="1239840" cy="268920"/>
                <a:chOff x="7248600" y="3965400"/>
                <a:chExt cx="1239840" cy="268920"/>
              </a:xfrm>
            </p:grpSpPr>
            <p:sp>
              <p:nvSpPr>
                <p:cNvPr id="544" name="CustomShape 27"/>
                <p:cNvSpPr/>
                <p:nvPr/>
              </p:nvSpPr>
              <p:spPr>
                <a:xfrm>
                  <a:off x="7248600" y="3965400"/>
                  <a:ext cx="310320" cy="268920"/>
                </a:xfrm>
                <a:prstGeom prst="rect">
                  <a:avLst/>
                </a:prstGeom>
                <a:solidFill>
                  <a:srgbClr val="FFFF00"/>
                </a:solidFill>
                <a:ln>
                  <a:round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/>
              </p:style>
              <p:txBody>
                <a:bodyPr lIns="90000" tIns="45000" rIns="90000" bIns="45000" anchor="ctr">
                  <a:noAutofit/>
                </a:bodyPr>
                <a:lstStyle/>
                <a:p>
                  <a:pPr algn="ctr">
                    <a:lnSpc>
                      <a:spcPct val="100000"/>
                    </a:lnSpc>
                    <a:tabLst>
                      <a:tab pos="0" algn="l"/>
                    </a:tabLst>
                  </a:pPr>
                  <a:r>
                    <a:rPr lang="en-GB" sz="1640" b="0" strike="noStrike" spc="-1">
                      <a:solidFill>
                        <a:srgbClr val="000000"/>
                      </a:solidFill>
                      <a:latin typeface="Calibri"/>
                      <a:ea typeface="DejaVu Sans"/>
                    </a:rPr>
                    <a:t>T</a:t>
                  </a:r>
                  <a:endParaRPr lang="en-GB" sz="1640" b="0" strike="noStrike" spc="-1">
                    <a:latin typeface="Arial"/>
                  </a:endParaRPr>
                </a:p>
              </p:txBody>
            </p:sp>
            <p:sp>
              <p:nvSpPr>
                <p:cNvPr id="545" name="CustomShape 28"/>
                <p:cNvSpPr/>
                <p:nvPr/>
              </p:nvSpPr>
              <p:spPr>
                <a:xfrm>
                  <a:off x="7559640" y="3965400"/>
                  <a:ext cx="310320" cy="268920"/>
                </a:xfrm>
                <a:prstGeom prst="rect">
                  <a:avLst/>
                </a:prstGeom>
                <a:solidFill>
                  <a:srgbClr val="FFFF00"/>
                </a:solidFill>
                <a:ln>
                  <a:round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/>
              </p:style>
              <p:txBody>
                <a:bodyPr lIns="90000" tIns="45000" rIns="90000" bIns="45000" anchor="ctr">
                  <a:noAutofit/>
                </a:bodyPr>
                <a:lstStyle/>
                <a:p>
                  <a:pPr algn="ctr">
                    <a:lnSpc>
                      <a:spcPct val="100000"/>
                    </a:lnSpc>
                    <a:tabLst>
                      <a:tab pos="0" algn="l"/>
                    </a:tabLst>
                  </a:pPr>
                  <a:r>
                    <a:rPr lang="en-GB" sz="1640" b="0" strike="noStrike" spc="-1">
                      <a:solidFill>
                        <a:srgbClr val="000000"/>
                      </a:solidFill>
                      <a:latin typeface="Calibri"/>
                      <a:ea typeface="DejaVu Sans"/>
                    </a:rPr>
                    <a:t>F</a:t>
                  </a:r>
                  <a:endParaRPr lang="en-GB" sz="1640" b="0" strike="noStrike" spc="-1">
                    <a:latin typeface="Arial"/>
                  </a:endParaRPr>
                </a:p>
              </p:txBody>
            </p:sp>
            <p:sp>
              <p:nvSpPr>
                <p:cNvPr id="546" name="CustomShape 29"/>
                <p:cNvSpPr/>
                <p:nvPr/>
              </p:nvSpPr>
              <p:spPr>
                <a:xfrm>
                  <a:off x="7868880" y="3965400"/>
                  <a:ext cx="310320" cy="268920"/>
                </a:xfrm>
                <a:prstGeom prst="rect">
                  <a:avLst/>
                </a:prstGeom>
                <a:solidFill>
                  <a:srgbClr val="FFFF00"/>
                </a:solidFill>
                <a:ln>
                  <a:round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/>
              </p:style>
              <p:txBody>
                <a:bodyPr lIns="90000" tIns="45000" rIns="90000" bIns="45000" anchor="ctr">
                  <a:noAutofit/>
                </a:bodyPr>
                <a:lstStyle/>
                <a:p>
                  <a:pPr algn="ctr">
                    <a:lnSpc>
                      <a:spcPct val="100000"/>
                    </a:lnSpc>
                    <a:tabLst>
                      <a:tab pos="0" algn="l"/>
                    </a:tabLst>
                  </a:pPr>
                  <a:r>
                    <a:rPr lang="en-GB" sz="1640" b="0" strike="noStrike" spc="-1">
                      <a:solidFill>
                        <a:srgbClr val="000000"/>
                      </a:solidFill>
                      <a:latin typeface="Calibri"/>
                      <a:ea typeface="DejaVu Sans"/>
                    </a:rPr>
                    <a:t>T</a:t>
                  </a:r>
                  <a:endParaRPr lang="en-GB" sz="1640" b="0" strike="noStrike" spc="-1">
                    <a:latin typeface="Arial"/>
                  </a:endParaRPr>
                </a:p>
              </p:txBody>
            </p:sp>
            <p:sp>
              <p:nvSpPr>
                <p:cNvPr id="547" name="CustomShape 30"/>
                <p:cNvSpPr/>
                <p:nvPr/>
              </p:nvSpPr>
              <p:spPr>
                <a:xfrm>
                  <a:off x="8178120" y="3965400"/>
                  <a:ext cx="310320" cy="268920"/>
                </a:xfrm>
                <a:prstGeom prst="rect">
                  <a:avLst/>
                </a:prstGeom>
                <a:solidFill>
                  <a:srgbClr val="FFFF00"/>
                </a:solidFill>
                <a:ln>
                  <a:round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/>
              </p:style>
              <p:txBody>
                <a:bodyPr lIns="90000" tIns="45000" rIns="90000" bIns="45000" anchor="ctr">
                  <a:noAutofit/>
                </a:bodyPr>
                <a:lstStyle/>
                <a:p>
                  <a:pPr algn="ctr">
                    <a:lnSpc>
                      <a:spcPct val="100000"/>
                    </a:lnSpc>
                    <a:tabLst>
                      <a:tab pos="0" algn="l"/>
                    </a:tabLst>
                  </a:pPr>
                  <a:r>
                    <a:rPr lang="en-GB" sz="1640" b="0" strike="noStrike" spc="-1">
                      <a:solidFill>
                        <a:srgbClr val="000000"/>
                      </a:solidFill>
                      <a:latin typeface="Calibri"/>
                      <a:ea typeface="DejaVu Sans"/>
                    </a:rPr>
                    <a:t>T</a:t>
                  </a:r>
                  <a:endParaRPr lang="en-GB" sz="1640" b="0" strike="noStrike" spc="-1">
                    <a:latin typeface="Arial"/>
                  </a:endParaRPr>
                </a:p>
              </p:txBody>
            </p:sp>
          </p:grpSp>
          <p:sp>
            <p:nvSpPr>
              <p:cNvPr id="548" name="CustomShape 31"/>
              <p:cNvSpPr/>
              <p:nvPr/>
            </p:nvSpPr>
            <p:spPr>
              <a:xfrm>
                <a:off x="7242480" y="3662280"/>
                <a:ext cx="310320" cy="33948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>
                <a:spAutoFit/>
              </a:bodyPr>
              <a:lstStyle/>
              <a:p>
                <a:pPr algn="ctr">
                  <a:lnSpc>
                    <a:spcPct val="100000"/>
                  </a:lnSpc>
                  <a:tabLst>
                    <a:tab pos="0" algn="l"/>
                  </a:tabLst>
                </a:pPr>
                <a:r>
                  <a:rPr lang="en-GB" sz="1640" b="0" strike="noStrike" spc="-1">
                    <a:solidFill>
                      <a:srgbClr val="000000"/>
                    </a:solidFill>
                    <a:latin typeface="Calibri"/>
                    <a:ea typeface="DejaVu Sans"/>
                  </a:rPr>
                  <a:t>1</a:t>
                </a:r>
                <a:endParaRPr lang="en-GB" sz="1640" b="0" strike="noStrike" spc="-1">
                  <a:latin typeface="Arial"/>
                </a:endParaRPr>
              </a:p>
            </p:txBody>
          </p:sp>
          <p:sp>
            <p:nvSpPr>
              <p:cNvPr id="549" name="CustomShape 32"/>
              <p:cNvSpPr/>
              <p:nvPr/>
            </p:nvSpPr>
            <p:spPr>
              <a:xfrm>
                <a:off x="7547040" y="3662280"/>
                <a:ext cx="310320" cy="33948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>
                <a:spAutoFit/>
              </a:bodyPr>
              <a:lstStyle/>
              <a:p>
                <a:pPr algn="ctr">
                  <a:lnSpc>
                    <a:spcPct val="100000"/>
                  </a:lnSpc>
                  <a:tabLst>
                    <a:tab pos="0" algn="l"/>
                  </a:tabLst>
                </a:pPr>
                <a:r>
                  <a:rPr lang="en-GB" sz="1640" b="0" strike="noStrike" spc="-1">
                    <a:solidFill>
                      <a:srgbClr val="000000"/>
                    </a:solidFill>
                    <a:latin typeface="Calibri"/>
                    <a:ea typeface="DejaVu Sans"/>
                  </a:rPr>
                  <a:t>2</a:t>
                </a:r>
                <a:endParaRPr lang="en-GB" sz="1640" b="0" strike="noStrike" spc="-1">
                  <a:latin typeface="Arial"/>
                </a:endParaRPr>
              </a:p>
            </p:txBody>
          </p:sp>
          <p:sp>
            <p:nvSpPr>
              <p:cNvPr id="550" name="CustomShape 33"/>
              <p:cNvSpPr/>
              <p:nvPr/>
            </p:nvSpPr>
            <p:spPr>
              <a:xfrm>
                <a:off x="7851600" y="3662280"/>
                <a:ext cx="310320" cy="33948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>
                <a:spAutoFit/>
              </a:bodyPr>
              <a:lstStyle/>
              <a:p>
                <a:pPr algn="ctr">
                  <a:lnSpc>
                    <a:spcPct val="100000"/>
                  </a:lnSpc>
                  <a:tabLst>
                    <a:tab pos="0" algn="l"/>
                  </a:tabLst>
                </a:pPr>
                <a:r>
                  <a:rPr lang="en-GB" sz="1640" b="0" strike="noStrike" spc="-1">
                    <a:solidFill>
                      <a:srgbClr val="000000"/>
                    </a:solidFill>
                    <a:latin typeface="Calibri"/>
                    <a:ea typeface="DejaVu Sans"/>
                  </a:rPr>
                  <a:t>3</a:t>
                </a:r>
                <a:endParaRPr lang="en-GB" sz="1640" b="0" strike="noStrike" spc="-1">
                  <a:latin typeface="Arial"/>
                </a:endParaRPr>
              </a:p>
            </p:txBody>
          </p:sp>
          <p:sp>
            <p:nvSpPr>
              <p:cNvPr id="551" name="CustomShape 34"/>
              <p:cNvSpPr/>
              <p:nvPr/>
            </p:nvSpPr>
            <p:spPr>
              <a:xfrm>
                <a:off x="8169120" y="3662280"/>
                <a:ext cx="310320" cy="33948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>
                <a:spAutoFit/>
              </a:bodyPr>
              <a:lstStyle/>
              <a:p>
                <a:pPr algn="ctr">
                  <a:lnSpc>
                    <a:spcPct val="100000"/>
                  </a:lnSpc>
                  <a:tabLst>
                    <a:tab pos="0" algn="l"/>
                  </a:tabLst>
                </a:pPr>
                <a:r>
                  <a:rPr lang="en-GB" sz="1640" b="0" strike="noStrike" spc="-1">
                    <a:solidFill>
                      <a:srgbClr val="000000"/>
                    </a:solidFill>
                    <a:latin typeface="Calibri"/>
                    <a:ea typeface="DejaVu Sans"/>
                  </a:rPr>
                  <a:t>4</a:t>
                </a:r>
                <a:endParaRPr lang="en-GB" sz="1640" b="0" strike="noStrike" spc="-1">
                  <a:latin typeface="Arial"/>
                </a:endParaRPr>
              </a:p>
            </p:txBody>
          </p:sp>
        </p:grpSp>
      </p:grpSp>
      <p:sp>
        <p:nvSpPr>
          <p:cNvPr id="37" name="TextBox 36">
            <a:extLst>
              <a:ext uri="{FF2B5EF4-FFF2-40B4-BE49-F238E27FC236}">
                <a16:creationId xmlns:a16="http://schemas.microsoft.com/office/drawing/2014/main" id="{0BBC2058-6FFB-F84E-A4B9-F9C7818E4FC8}"/>
              </a:ext>
            </a:extLst>
          </p:cNvPr>
          <p:cNvSpPr txBox="1"/>
          <p:nvPr/>
        </p:nvSpPr>
        <p:spPr>
          <a:xfrm>
            <a:off x="869760" y="5052622"/>
            <a:ext cx="5206575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/>
              <a:t>gene_names</a:t>
            </a:r>
            <a:r>
              <a:rPr lang="en-US" dirty="0"/>
              <a:t> = </a:t>
            </a:r>
            <a:r>
              <a:rPr lang="en-US" dirty="0">
                <a:highlight>
                  <a:srgbClr val="FFFF00"/>
                </a:highlight>
              </a:rPr>
              <a:t>c</a:t>
            </a:r>
            <a:r>
              <a:rPr lang="en-US" dirty="0"/>
              <a:t>("TP53", "PTEN", "RB1", "MYC")</a:t>
            </a:r>
          </a:p>
          <a:p>
            <a:endParaRPr lang="en-US" dirty="0"/>
          </a:p>
          <a:p>
            <a:r>
              <a:rPr lang="en-US" dirty="0"/>
              <a:t>c - </a:t>
            </a:r>
            <a:r>
              <a:rPr lang="en-GB" dirty="0"/>
              <a:t>Combine Values into a Vector or List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84C91D-5C9A-4516-BC67-968A5870A6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 err="1">
                <a:latin typeface="Calibri" panose="020F0502020204030204" pitchFamily="34" charset="0"/>
                <a:cs typeface="Calibri" panose="020F0502020204030204" pitchFamily="34" charset="0"/>
              </a:rPr>
              <a:t>Subsetting</a:t>
            </a:r>
            <a:r>
              <a:rPr lang="en-GB" b="1" dirty="0">
                <a:latin typeface="Calibri" panose="020F0502020204030204" pitchFamily="34" charset="0"/>
                <a:cs typeface="Calibri" panose="020F0502020204030204" pitchFamily="34" charset="0"/>
              </a:rPr>
              <a:t> R objects: vector</a:t>
            </a: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B2492802-8B0C-4827-9851-9AFF7EA821E8}"/>
              </a:ext>
            </a:extLst>
          </p:cNvPr>
          <p:cNvSpPr>
            <a:spLocks noGrp="1"/>
          </p:cNvSpPr>
          <p:nvPr>
            <p:ph type="body" idx="4294967295"/>
          </p:nvPr>
        </p:nvSpPr>
        <p:spPr>
          <a:xfrm>
            <a:off x="457172" y="2359295"/>
            <a:ext cx="8228763" cy="3128533"/>
          </a:xfrm>
        </p:spPr>
        <p:txBody>
          <a:bodyPr>
            <a:normAutofit/>
          </a:bodyPr>
          <a:lstStyle/>
          <a:p>
            <a:r>
              <a:rPr lang="en-GB" sz="2177" dirty="0"/>
              <a:t>[ ] – To get a subset of elements</a:t>
            </a:r>
          </a:p>
          <a:p>
            <a:r>
              <a:rPr lang="en-GB" sz="2177" dirty="0"/>
              <a:t>[[ ]] or $ – To get a specific column of a </a:t>
            </a:r>
            <a:r>
              <a:rPr lang="en-GB" sz="2177" dirty="0" err="1"/>
              <a:t>data.frame</a:t>
            </a:r>
            <a:endParaRPr lang="en-GB" sz="1814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5F9C756-D90D-784D-8283-1DED3A028A1F}"/>
              </a:ext>
            </a:extLst>
          </p:cNvPr>
          <p:cNvSpPr txBox="1"/>
          <p:nvPr/>
        </p:nvSpPr>
        <p:spPr>
          <a:xfrm>
            <a:off x="981734" y="4845864"/>
            <a:ext cx="1495563" cy="3436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33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My_av</a:t>
            </a:r>
            <a:endParaRPr kumimoji="0" lang="en-GB" sz="1633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20D01DA-BD65-B141-BFCC-BC222DEA83B9}"/>
              </a:ext>
            </a:extLst>
          </p:cNvPr>
          <p:cNvSpPr/>
          <p:nvPr/>
        </p:nvSpPr>
        <p:spPr>
          <a:xfrm>
            <a:off x="2665242" y="4848197"/>
            <a:ext cx="311040" cy="26956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7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“a”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C925456-DCB1-CC47-8A31-7799FD2E9E91}"/>
              </a:ext>
            </a:extLst>
          </p:cNvPr>
          <p:cNvSpPr/>
          <p:nvPr/>
        </p:nvSpPr>
        <p:spPr>
          <a:xfrm>
            <a:off x="2976282" y="4845864"/>
            <a:ext cx="311040" cy="2719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7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“a”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9ABBA0D-8235-224C-B6DD-1D00736F4B8B}"/>
              </a:ext>
            </a:extLst>
          </p:cNvPr>
          <p:cNvSpPr/>
          <p:nvPr/>
        </p:nvSpPr>
        <p:spPr>
          <a:xfrm>
            <a:off x="3285539" y="4848197"/>
            <a:ext cx="311040" cy="26956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7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“c”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6DBBD03-DD4A-0743-8030-34F752B47156}"/>
              </a:ext>
            </a:extLst>
          </p:cNvPr>
          <p:cNvSpPr/>
          <p:nvPr/>
        </p:nvSpPr>
        <p:spPr>
          <a:xfrm>
            <a:off x="3594795" y="4848197"/>
            <a:ext cx="311040" cy="26956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7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“f”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B0C7AA4-5E55-5147-AB80-4EFC0355EF6D}"/>
              </a:ext>
            </a:extLst>
          </p:cNvPr>
          <p:cNvSpPr txBox="1"/>
          <p:nvPr/>
        </p:nvSpPr>
        <p:spPr>
          <a:xfrm>
            <a:off x="2668363" y="4541760"/>
            <a:ext cx="311040" cy="3436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33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1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D14E970-5257-4646-AA20-F5FE01D81800}"/>
              </a:ext>
            </a:extLst>
          </p:cNvPr>
          <p:cNvSpPr txBox="1"/>
          <p:nvPr/>
        </p:nvSpPr>
        <p:spPr>
          <a:xfrm>
            <a:off x="2972940" y="4541603"/>
            <a:ext cx="311040" cy="3436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33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2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7C09B8F-AF37-104E-9085-7292883FAEF0}"/>
              </a:ext>
            </a:extLst>
          </p:cNvPr>
          <p:cNvSpPr txBox="1"/>
          <p:nvPr/>
        </p:nvSpPr>
        <p:spPr>
          <a:xfrm>
            <a:off x="3277293" y="4541603"/>
            <a:ext cx="311040" cy="3436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33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3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D81F7C3-2992-EA49-A030-D2181990B000}"/>
              </a:ext>
            </a:extLst>
          </p:cNvPr>
          <p:cNvSpPr txBox="1"/>
          <p:nvPr/>
        </p:nvSpPr>
        <p:spPr>
          <a:xfrm>
            <a:off x="3594795" y="4541603"/>
            <a:ext cx="311040" cy="3436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33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4</a:t>
            </a: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C1F5D517-4A9F-9E4C-8C1B-8CDF97D8F9B0}"/>
              </a:ext>
            </a:extLst>
          </p:cNvPr>
          <p:cNvGrpSpPr/>
          <p:nvPr/>
        </p:nvGrpSpPr>
        <p:grpSpPr>
          <a:xfrm>
            <a:off x="7143452" y="4512107"/>
            <a:ext cx="314382" cy="576161"/>
            <a:chOff x="4848680" y="556159"/>
            <a:chExt cx="314382" cy="576161"/>
          </a:xfrm>
        </p:grpSpPr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0B73E413-0C18-5743-802C-257D2796E3A9}"/>
                </a:ext>
              </a:extLst>
            </p:cNvPr>
            <p:cNvSpPr/>
            <p:nvPr/>
          </p:nvSpPr>
          <p:spPr>
            <a:xfrm>
              <a:off x="4852022" y="860420"/>
              <a:ext cx="311040" cy="2719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7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“a”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FC85FB36-A408-2743-9D2B-2F0C0EC72232}"/>
                </a:ext>
              </a:extLst>
            </p:cNvPr>
            <p:cNvSpPr txBox="1"/>
            <p:nvPr/>
          </p:nvSpPr>
          <p:spPr>
            <a:xfrm>
              <a:off x="4848680" y="556159"/>
              <a:ext cx="311040" cy="3436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633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2</a:t>
              </a:r>
            </a:p>
          </p:txBody>
        </p:sp>
      </p:grpSp>
      <p:sp>
        <p:nvSpPr>
          <p:cNvPr id="30" name="TextBox 29">
            <a:extLst>
              <a:ext uri="{FF2B5EF4-FFF2-40B4-BE49-F238E27FC236}">
                <a16:creationId xmlns:a16="http://schemas.microsoft.com/office/drawing/2014/main" id="{94B2A97C-CD2E-9147-B027-1DBCF9603B39}"/>
              </a:ext>
            </a:extLst>
          </p:cNvPr>
          <p:cNvSpPr txBox="1"/>
          <p:nvPr/>
        </p:nvSpPr>
        <p:spPr>
          <a:xfrm>
            <a:off x="5492050" y="4774144"/>
            <a:ext cx="1209444" cy="3436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33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My_av</a:t>
            </a:r>
            <a:r>
              <a:rPr kumimoji="0" lang="en-GB" sz="1633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[2]</a:t>
            </a:r>
          </a:p>
        </p:txBody>
      </p:sp>
    </p:spTree>
    <p:extLst>
      <p:ext uri="{BB962C8B-B14F-4D97-AF65-F5344CB8AC3E}">
        <p14:creationId xmlns:p14="http://schemas.microsoft.com/office/powerpoint/2010/main" val="35490971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CustomShape 1"/>
          <p:cNvSpPr/>
          <p:nvPr/>
        </p:nvSpPr>
        <p:spPr>
          <a:xfrm>
            <a:off x="0" y="0"/>
            <a:ext cx="9142920" cy="68569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271" name="CustomShape 2"/>
          <p:cNvSpPr/>
          <p:nvPr/>
        </p:nvSpPr>
        <p:spPr>
          <a:xfrm>
            <a:off x="912960" y="2222640"/>
            <a:ext cx="3518640" cy="24112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rmAutofit/>
          </a:bodyPr>
          <a:lstStyle/>
          <a:p>
            <a:pPr>
              <a:lnSpc>
                <a:spcPct val="90000"/>
              </a:lnSpc>
              <a:spcAft>
                <a:spcPts val="601"/>
              </a:spcAft>
              <a:tabLst>
                <a:tab pos="0" algn="l"/>
              </a:tabLst>
            </a:pPr>
            <a:r>
              <a:rPr lang="en-US" sz="5400" b="1" strike="noStrike" spc="-1">
                <a:solidFill>
                  <a:srgbClr val="000000"/>
                </a:solidFill>
                <a:latin typeface="Calibri"/>
                <a:ea typeface="DejaVu Sans"/>
              </a:rPr>
              <a:t>Let’s explore practically</a:t>
            </a:r>
            <a:endParaRPr lang="en-GB" sz="5400" b="0" strike="noStrike" spc="-1">
              <a:latin typeface="Arial"/>
            </a:endParaRPr>
          </a:p>
        </p:txBody>
      </p:sp>
      <p:sp>
        <p:nvSpPr>
          <p:cNvPr id="272" name="CustomShape 3"/>
          <p:cNvSpPr/>
          <p:nvPr/>
        </p:nvSpPr>
        <p:spPr>
          <a:xfrm>
            <a:off x="4132800" y="851400"/>
            <a:ext cx="4637520" cy="5153760"/>
          </a:xfrm>
          <a:custGeom>
            <a:avLst/>
            <a:gdLst/>
            <a:ahLst/>
            <a:cxnLst/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1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4"/>
                  <a:pt x="2445216" y="109244"/>
                </a:cubicBezTo>
                <a:cubicBezTo>
                  <a:pt x="1625714" y="109244"/>
                  <a:pt x="1625714" y="109244"/>
                  <a:pt x="1625714" y="109244"/>
                </a:cubicBezTo>
                <a:cubicBezTo>
                  <a:pt x="1572615" y="109244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8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1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pic>
        <p:nvPicPr>
          <p:cNvPr id="273" name="Graphic 5" descr="Cmd Terminal outline"/>
          <p:cNvPicPr/>
          <p:nvPr/>
        </p:nvPicPr>
        <p:blipFill>
          <a:blip r:embed="rId2"/>
          <a:stretch/>
        </p:blipFill>
        <p:spPr>
          <a:xfrm>
            <a:off x="5484960" y="2341080"/>
            <a:ext cx="2745360" cy="274536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CustomShape 1"/>
          <p:cNvSpPr/>
          <p:nvPr/>
        </p:nvSpPr>
        <p:spPr>
          <a:xfrm>
            <a:off x="457200" y="274680"/>
            <a:ext cx="8228520" cy="1141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GB" sz="4400" b="1" strike="noStrike" spc="-1">
                <a:solidFill>
                  <a:srgbClr val="000000"/>
                </a:solidFill>
                <a:latin typeface="Calibri"/>
                <a:ea typeface="DejaVu Sans"/>
              </a:rPr>
              <a:t>Reading data into R</a:t>
            </a:r>
            <a:endParaRPr lang="en-GB" sz="4400" b="0" strike="noStrike" spc="-1">
              <a:latin typeface="Arial"/>
            </a:endParaRPr>
          </a:p>
        </p:txBody>
      </p:sp>
      <p:pic>
        <p:nvPicPr>
          <p:cNvPr id="275" name="Picture 4_1" descr="Graphical user interface, application&#10;&#10;Description automatically generated"/>
          <p:cNvPicPr/>
          <p:nvPr/>
        </p:nvPicPr>
        <p:blipFill>
          <a:blip r:embed="rId2"/>
          <a:stretch/>
        </p:blipFill>
        <p:spPr>
          <a:xfrm>
            <a:off x="2541600" y="1018080"/>
            <a:ext cx="3808800" cy="2056320"/>
          </a:xfrm>
          <a:prstGeom prst="rect">
            <a:avLst/>
          </a:prstGeom>
          <a:ln>
            <a:noFill/>
          </a:ln>
        </p:spPr>
      </p:pic>
      <p:sp>
        <p:nvSpPr>
          <p:cNvPr id="276" name="CustomShape 2"/>
          <p:cNvSpPr/>
          <p:nvPr/>
        </p:nvSpPr>
        <p:spPr>
          <a:xfrm>
            <a:off x="288000" y="3231720"/>
            <a:ext cx="8645040" cy="31989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n-GB" sz="24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Base functions:</a:t>
            </a:r>
            <a:endParaRPr lang="en-GB" sz="2400" b="0" strike="noStrike" spc="-1" dirty="0">
              <a:latin typeface="Arial"/>
            </a:endParaRPr>
          </a:p>
          <a:p>
            <a:pPr marL="285840" indent="-28476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1800" b="1" strike="noStrike" spc="-1" dirty="0" err="1">
                <a:solidFill>
                  <a:srgbClr val="000000"/>
                </a:solidFill>
                <a:latin typeface="Courier New"/>
                <a:ea typeface="Calibri"/>
              </a:rPr>
              <a:t>read.table</a:t>
            </a:r>
            <a:r>
              <a:rPr lang="en-US" sz="1800" b="0" strike="noStrike" spc="-1" dirty="0">
                <a:solidFill>
                  <a:srgbClr val="000000"/>
                </a:solidFill>
                <a:latin typeface="Courier New"/>
                <a:ea typeface="Calibri"/>
              </a:rPr>
              <a:t>(</a:t>
            </a:r>
            <a:r>
              <a:rPr lang="en-US" sz="1800" b="0" strike="noStrike" spc="-1" dirty="0">
                <a:solidFill>
                  <a:srgbClr val="000000"/>
                </a:solidFill>
                <a:highlight>
                  <a:srgbClr val="FFFF00"/>
                </a:highlight>
                <a:latin typeface="Courier New"/>
                <a:ea typeface="Calibri"/>
              </a:rPr>
              <a:t>file, header = FALSE, </a:t>
            </a:r>
            <a:r>
              <a:rPr lang="en-US" sz="1800" b="0" strike="noStrike" spc="-1" dirty="0" err="1">
                <a:solidFill>
                  <a:srgbClr val="000000"/>
                </a:solidFill>
                <a:highlight>
                  <a:srgbClr val="FFFF00"/>
                </a:highlight>
                <a:latin typeface="Courier New"/>
                <a:ea typeface="Calibri"/>
              </a:rPr>
              <a:t>sep</a:t>
            </a:r>
            <a:r>
              <a:rPr lang="en-US" sz="1800" b="0" strike="noStrike" spc="-1" dirty="0">
                <a:solidFill>
                  <a:srgbClr val="000000"/>
                </a:solidFill>
                <a:highlight>
                  <a:srgbClr val="FFFF00"/>
                </a:highlight>
                <a:latin typeface="Courier New"/>
                <a:ea typeface="Calibri"/>
              </a:rPr>
              <a:t> = "", </a:t>
            </a:r>
            <a:r>
              <a:rPr lang="en-US" sz="1800" b="0" strike="noStrike" spc="-1" dirty="0">
                <a:solidFill>
                  <a:srgbClr val="000000"/>
                </a:solidFill>
                <a:latin typeface="Courier New"/>
                <a:ea typeface="Calibri"/>
              </a:rPr>
              <a:t>quote = "\"'", dec = ".", numerals = c("</a:t>
            </a:r>
            <a:r>
              <a:rPr lang="en-US" sz="1800" b="0" strike="noStrike" spc="-1" dirty="0" err="1">
                <a:solidFill>
                  <a:srgbClr val="000000"/>
                </a:solidFill>
                <a:latin typeface="Courier New"/>
                <a:ea typeface="Calibri"/>
              </a:rPr>
              <a:t>allow.loss</a:t>
            </a:r>
            <a:r>
              <a:rPr lang="en-US" sz="1800" b="0" strike="noStrike" spc="-1" dirty="0">
                <a:solidFill>
                  <a:srgbClr val="000000"/>
                </a:solidFill>
                <a:latin typeface="Courier New"/>
                <a:ea typeface="Calibri"/>
              </a:rPr>
              <a:t>", "</a:t>
            </a:r>
            <a:r>
              <a:rPr lang="en-US" sz="1800" b="0" strike="noStrike" spc="-1" dirty="0" err="1">
                <a:solidFill>
                  <a:srgbClr val="000000"/>
                </a:solidFill>
                <a:latin typeface="Courier New"/>
                <a:ea typeface="Calibri"/>
              </a:rPr>
              <a:t>warn.loss</a:t>
            </a:r>
            <a:r>
              <a:rPr lang="en-US" sz="1800" b="0" strike="noStrike" spc="-1" dirty="0">
                <a:solidFill>
                  <a:srgbClr val="000000"/>
                </a:solidFill>
                <a:latin typeface="Courier New"/>
                <a:ea typeface="Calibri"/>
              </a:rPr>
              <a:t>", "</a:t>
            </a:r>
            <a:r>
              <a:rPr lang="en-US" sz="1800" b="0" strike="noStrike" spc="-1" dirty="0" err="1">
                <a:solidFill>
                  <a:srgbClr val="000000"/>
                </a:solidFill>
                <a:latin typeface="Courier New"/>
                <a:ea typeface="Calibri"/>
              </a:rPr>
              <a:t>no.loss</a:t>
            </a:r>
            <a:r>
              <a:rPr lang="en-US" sz="1800" b="0" strike="noStrike" spc="-1" dirty="0">
                <a:solidFill>
                  <a:srgbClr val="000000"/>
                </a:solidFill>
                <a:latin typeface="Courier New"/>
                <a:ea typeface="Calibri"/>
              </a:rPr>
              <a:t>"), </a:t>
            </a:r>
            <a:r>
              <a:rPr lang="en-US" sz="1800" b="0" strike="noStrike" spc="-1" dirty="0" err="1">
                <a:solidFill>
                  <a:srgbClr val="000000"/>
                </a:solidFill>
                <a:latin typeface="Courier New"/>
                <a:ea typeface="Calibri"/>
              </a:rPr>
              <a:t>row.names</a:t>
            </a:r>
            <a:r>
              <a:rPr lang="en-US" sz="1800" b="0" strike="noStrike" spc="-1" dirty="0">
                <a:solidFill>
                  <a:srgbClr val="000000"/>
                </a:solidFill>
                <a:latin typeface="Courier New"/>
                <a:ea typeface="Calibri"/>
              </a:rPr>
              <a:t>, </a:t>
            </a:r>
            <a:r>
              <a:rPr lang="en-US" sz="1800" b="0" strike="noStrike" spc="-1" dirty="0" err="1">
                <a:solidFill>
                  <a:srgbClr val="000000"/>
                </a:solidFill>
                <a:latin typeface="Courier New"/>
                <a:ea typeface="Calibri"/>
              </a:rPr>
              <a:t>col.names</a:t>
            </a:r>
            <a:r>
              <a:rPr lang="en-US" sz="1800" b="0" strike="noStrike" spc="-1" dirty="0">
                <a:solidFill>
                  <a:srgbClr val="000000"/>
                </a:solidFill>
                <a:latin typeface="Courier New"/>
                <a:ea typeface="Calibri"/>
              </a:rPr>
              <a:t>, </a:t>
            </a:r>
            <a:r>
              <a:rPr lang="en-US" sz="1800" b="0" strike="noStrike" spc="-1" dirty="0" err="1">
                <a:solidFill>
                  <a:srgbClr val="000000"/>
                </a:solidFill>
                <a:latin typeface="Courier New"/>
                <a:ea typeface="Calibri"/>
              </a:rPr>
              <a:t>as.is</a:t>
            </a:r>
            <a:r>
              <a:rPr lang="en-US" sz="1800" b="0" strike="noStrike" spc="-1" dirty="0">
                <a:solidFill>
                  <a:srgbClr val="000000"/>
                </a:solidFill>
                <a:latin typeface="Courier New"/>
                <a:ea typeface="Calibri"/>
              </a:rPr>
              <a:t> = !</a:t>
            </a:r>
            <a:r>
              <a:rPr lang="en-US" sz="1800" b="0" strike="noStrike" spc="-1" dirty="0" err="1">
                <a:solidFill>
                  <a:srgbClr val="000000"/>
                </a:solidFill>
                <a:latin typeface="Courier New"/>
                <a:ea typeface="Calibri"/>
              </a:rPr>
              <a:t>stringsAsFactors</a:t>
            </a:r>
            <a:r>
              <a:rPr lang="en-US" sz="1800" b="0" strike="noStrike" spc="-1" dirty="0">
                <a:solidFill>
                  <a:srgbClr val="000000"/>
                </a:solidFill>
                <a:latin typeface="Courier New"/>
                <a:ea typeface="Calibri"/>
              </a:rPr>
              <a:t>, </a:t>
            </a:r>
            <a:r>
              <a:rPr lang="en-US" sz="1800" b="0" strike="noStrike" spc="-1" dirty="0" err="1">
                <a:solidFill>
                  <a:srgbClr val="000000"/>
                </a:solidFill>
                <a:latin typeface="Courier New"/>
                <a:ea typeface="Calibri"/>
              </a:rPr>
              <a:t>na.strings</a:t>
            </a:r>
            <a:r>
              <a:rPr lang="en-US" sz="1800" b="0" strike="noStrike" spc="-1" dirty="0">
                <a:solidFill>
                  <a:srgbClr val="000000"/>
                </a:solidFill>
                <a:latin typeface="Courier New"/>
                <a:ea typeface="Calibri"/>
              </a:rPr>
              <a:t> = "NA", </a:t>
            </a:r>
            <a:r>
              <a:rPr lang="en-US" sz="1800" b="0" strike="noStrike" spc="-1" dirty="0" err="1">
                <a:solidFill>
                  <a:srgbClr val="000000"/>
                </a:solidFill>
                <a:latin typeface="Courier New"/>
                <a:ea typeface="Calibri"/>
              </a:rPr>
              <a:t>colClasses</a:t>
            </a:r>
            <a:r>
              <a:rPr lang="en-US" sz="1800" b="0" strike="noStrike" spc="-1" dirty="0">
                <a:solidFill>
                  <a:srgbClr val="000000"/>
                </a:solidFill>
                <a:latin typeface="Courier New"/>
                <a:ea typeface="Calibri"/>
              </a:rPr>
              <a:t> = NA, </a:t>
            </a:r>
            <a:r>
              <a:rPr lang="en-US" sz="1800" b="0" strike="noStrike" spc="-1" dirty="0" err="1">
                <a:solidFill>
                  <a:srgbClr val="000000"/>
                </a:solidFill>
                <a:latin typeface="Courier New"/>
                <a:ea typeface="Calibri"/>
              </a:rPr>
              <a:t>nrows</a:t>
            </a:r>
            <a:r>
              <a:rPr lang="en-US" sz="1800" b="0" strike="noStrike" spc="-1" dirty="0">
                <a:solidFill>
                  <a:srgbClr val="000000"/>
                </a:solidFill>
                <a:latin typeface="Courier New"/>
                <a:ea typeface="Calibri"/>
              </a:rPr>
              <a:t> = -1, skip = 0, </a:t>
            </a:r>
            <a:r>
              <a:rPr lang="en-US" sz="1800" b="0" strike="noStrike" spc="-1" dirty="0">
                <a:solidFill>
                  <a:srgbClr val="000000"/>
                </a:solidFill>
                <a:latin typeface="Calibri"/>
                <a:ea typeface="Calibri"/>
              </a:rPr>
              <a:t>…</a:t>
            </a:r>
            <a:r>
              <a:rPr lang="en-US" sz="1800" b="0" strike="noStrike" spc="-1" dirty="0">
                <a:solidFill>
                  <a:srgbClr val="000000"/>
                </a:solidFill>
                <a:latin typeface="Courier New"/>
                <a:ea typeface="Calibri"/>
              </a:rPr>
              <a:t>)</a:t>
            </a:r>
            <a:endParaRPr lang="en-GB" sz="1800" b="0" strike="noStrike" spc="-1" dirty="0">
              <a:latin typeface="Arial"/>
            </a:endParaRPr>
          </a:p>
          <a:p>
            <a:pPr marL="285840" indent="-284760">
              <a:lnSpc>
                <a:spcPct val="100000"/>
              </a:lnSpc>
              <a:buClr>
                <a:srgbClr val="000000"/>
              </a:buClr>
              <a:buFont typeface="Arial,Sans-Serif"/>
              <a:buChar char="•"/>
            </a:pPr>
            <a:r>
              <a:rPr lang="en-GB" sz="1800" b="1" strike="noStrike" spc="-1" dirty="0" err="1">
                <a:solidFill>
                  <a:srgbClr val="000000"/>
                </a:solidFill>
                <a:latin typeface="Courier New"/>
                <a:ea typeface="Calibri"/>
              </a:rPr>
              <a:t>read.csv</a:t>
            </a:r>
            <a:r>
              <a:rPr lang="en-GB" sz="1800" b="0" strike="noStrike" spc="-1" dirty="0">
                <a:solidFill>
                  <a:srgbClr val="000000"/>
                </a:solidFill>
                <a:latin typeface="Courier New"/>
                <a:ea typeface="Calibri"/>
              </a:rPr>
              <a:t>(</a:t>
            </a:r>
            <a:r>
              <a:rPr lang="en-GB" sz="1800" b="0" strike="noStrike" spc="-1" dirty="0">
                <a:solidFill>
                  <a:srgbClr val="000000"/>
                </a:solidFill>
                <a:highlight>
                  <a:srgbClr val="FFFF00"/>
                </a:highlight>
                <a:latin typeface="Courier New"/>
                <a:ea typeface="Calibri"/>
              </a:rPr>
              <a:t>file, header = TRUE, </a:t>
            </a:r>
            <a:r>
              <a:rPr lang="en-GB" sz="1800" b="0" strike="noStrike" spc="-1" dirty="0" err="1">
                <a:solidFill>
                  <a:srgbClr val="000000"/>
                </a:solidFill>
                <a:highlight>
                  <a:srgbClr val="FFFF00"/>
                </a:highlight>
                <a:latin typeface="Courier New"/>
                <a:ea typeface="Calibri"/>
              </a:rPr>
              <a:t>sep</a:t>
            </a:r>
            <a:r>
              <a:rPr lang="en-GB" sz="1800" b="0" strike="noStrike" spc="-1" dirty="0">
                <a:solidFill>
                  <a:srgbClr val="000000"/>
                </a:solidFill>
                <a:highlight>
                  <a:srgbClr val="FFFF00"/>
                </a:highlight>
                <a:latin typeface="Courier New"/>
                <a:ea typeface="Calibri"/>
              </a:rPr>
              <a:t> = ",", </a:t>
            </a:r>
            <a:r>
              <a:rPr lang="en-GB" sz="1800" b="0" strike="noStrike" spc="-1" dirty="0">
                <a:solidFill>
                  <a:srgbClr val="000000"/>
                </a:solidFill>
                <a:latin typeface="Courier New"/>
                <a:ea typeface="Calibri"/>
              </a:rPr>
              <a:t>quote = "\"", dec = ".", fill = TRUE, </a:t>
            </a:r>
            <a:r>
              <a:rPr lang="en-GB" sz="1800" b="0" strike="noStrike" spc="-1" dirty="0" err="1">
                <a:solidFill>
                  <a:srgbClr val="000000"/>
                </a:solidFill>
                <a:latin typeface="Courier New"/>
                <a:ea typeface="Calibri"/>
              </a:rPr>
              <a:t>comment.char</a:t>
            </a:r>
            <a:r>
              <a:rPr lang="en-GB" sz="1800" b="0" strike="noStrike" spc="-1" dirty="0">
                <a:solidFill>
                  <a:srgbClr val="000000"/>
                </a:solidFill>
                <a:latin typeface="Courier New"/>
                <a:ea typeface="Calibri"/>
              </a:rPr>
              <a:t> = "", …)</a:t>
            </a:r>
            <a:endParaRPr lang="en-GB" sz="1800" b="0" strike="noStrike" spc="-1" dirty="0">
              <a:latin typeface="Arial"/>
            </a:endParaRPr>
          </a:p>
          <a:p>
            <a:pPr marL="285840" indent="-284760">
              <a:lnSpc>
                <a:spcPct val="100000"/>
              </a:lnSpc>
              <a:buClr>
                <a:srgbClr val="000000"/>
              </a:buClr>
              <a:buFont typeface="Arial,Sans-Serif"/>
              <a:buChar char="•"/>
            </a:pPr>
            <a:r>
              <a:rPr lang="en-GB" sz="1800" b="1" strike="noStrike" spc="-1" dirty="0" err="1">
                <a:solidFill>
                  <a:srgbClr val="000000"/>
                </a:solidFill>
                <a:latin typeface="Courier New"/>
                <a:ea typeface="Calibri"/>
              </a:rPr>
              <a:t>read.delim</a:t>
            </a:r>
            <a:r>
              <a:rPr lang="en-GB" sz="1800" b="0" strike="noStrike" spc="-1" dirty="0">
                <a:solidFill>
                  <a:srgbClr val="000000"/>
                </a:solidFill>
                <a:latin typeface="Courier New"/>
                <a:ea typeface="Calibri"/>
              </a:rPr>
              <a:t>(</a:t>
            </a:r>
            <a:r>
              <a:rPr lang="en-GB" sz="1800" b="0" strike="noStrike" spc="-1" dirty="0">
                <a:solidFill>
                  <a:srgbClr val="000000"/>
                </a:solidFill>
                <a:highlight>
                  <a:srgbClr val="FFFF00"/>
                </a:highlight>
                <a:latin typeface="Courier New"/>
                <a:ea typeface="Calibri"/>
              </a:rPr>
              <a:t>file, header = TRUE, </a:t>
            </a:r>
            <a:r>
              <a:rPr lang="en-GB" sz="1800" b="0" strike="noStrike" spc="-1" dirty="0" err="1">
                <a:solidFill>
                  <a:srgbClr val="000000"/>
                </a:solidFill>
                <a:highlight>
                  <a:srgbClr val="FFFF00"/>
                </a:highlight>
                <a:latin typeface="Courier New"/>
                <a:ea typeface="Calibri"/>
              </a:rPr>
              <a:t>sep</a:t>
            </a:r>
            <a:r>
              <a:rPr lang="en-GB" sz="1800" b="0" strike="noStrike" spc="-1" dirty="0">
                <a:solidFill>
                  <a:srgbClr val="000000"/>
                </a:solidFill>
                <a:highlight>
                  <a:srgbClr val="FFFF00"/>
                </a:highlight>
                <a:latin typeface="Courier New"/>
                <a:ea typeface="Calibri"/>
              </a:rPr>
              <a:t> = "\t", </a:t>
            </a:r>
            <a:r>
              <a:rPr lang="en-GB" sz="1800" b="0" strike="noStrike" spc="-1" dirty="0">
                <a:solidFill>
                  <a:srgbClr val="000000"/>
                </a:solidFill>
                <a:latin typeface="Courier New"/>
                <a:ea typeface="Calibri"/>
              </a:rPr>
              <a:t>quote = "\"", dec = ".", fill = TRUE, </a:t>
            </a:r>
            <a:r>
              <a:rPr lang="en-GB" sz="1800" b="0" strike="noStrike" spc="-1" dirty="0" err="1">
                <a:solidFill>
                  <a:srgbClr val="000000"/>
                </a:solidFill>
                <a:latin typeface="Courier New"/>
                <a:ea typeface="Calibri"/>
              </a:rPr>
              <a:t>comment.char</a:t>
            </a:r>
            <a:r>
              <a:rPr lang="en-GB" sz="1800" b="0" strike="noStrike" spc="-1" dirty="0">
                <a:solidFill>
                  <a:srgbClr val="000000"/>
                </a:solidFill>
                <a:latin typeface="Courier New"/>
                <a:ea typeface="Calibri"/>
              </a:rPr>
              <a:t> = "", …)</a:t>
            </a:r>
            <a:endParaRPr lang="en-GB" sz="1800" b="0" strike="noStrike" spc="-1" dirty="0">
              <a:latin typeface="Arial"/>
            </a:endParaRPr>
          </a:p>
          <a:p>
            <a:pPr>
              <a:lnSpc>
                <a:spcPct val="100000"/>
              </a:lnSpc>
            </a:pPr>
            <a:endParaRPr lang="en-GB" sz="1800" b="0" strike="noStrike" spc="-1" dirty="0">
              <a:latin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TextShape 1"/>
          <p:cNvSpPr txBox="1"/>
          <p:nvPr/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GB" sz="4400" b="1" strike="noStrike" spc="-1">
                <a:solidFill>
                  <a:srgbClr val="000000"/>
                </a:solidFill>
                <a:latin typeface="Calibri"/>
              </a:rPr>
              <a:t>Reading data into R</a:t>
            </a:r>
            <a:endParaRPr lang="en-US" sz="4400" b="0" strike="noStrike" spc="-1">
              <a:solidFill>
                <a:srgbClr val="000000"/>
              </a:solidFill>
              <a:latin typeface="Calibri"/>
            </a:endParaRPr>
          </a:p>
        </p:txBody>
      </p:sp>
      <p:pic>
        <p:nvPicPr>
          <p:cNvPr id="407" name="Picture 7_1" descr="A picture containing logo&#10;&#10;Description automatically generated"/>
          <p:cNvPicPr/>
          <p:nvPr/>
        </p:nvPicPr>
        <p:blipFill>
          <a:blip r:embed="rId2"/>
          <a:stretch/>
        </p:blipFill>
        <p:spPr>
          <a:xfrm>
            <a:off x="2432160" y="1274040"/>
            <a:ext cx="3809520" cy="1952280"/>
          </a:xfrm>
          <a:prstGeom prst="rect">
            <a:avLst/>
          </a:prstGeom>
          <a:ln>
            <a:noFill/>
          </a:ln>
        </p:spPr>
      </p:pic>
      <p:sp>
        <p:nvSpPr>
          <p:cNvPr id="408" name="CustomShape 2"/>
          <p:cNvSpPr/>
          <p:nvPr/>
        </p:nvSpPr>
        <p:spPr>
          <a:xfrm>
            <a:off x="4969800" y="2785320"/>
            <a:ext cx="1615320" cy="366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spAutoFit/>
          </a:bodyPr>
          <a:lstStyle/>
          <a:p>
            <a:pPr>
              <a:lnSpc>
                <a:spcPct val="100000"/>
              </a:lnSpc>
            </a:pPr>
            <a:r>
              <a:rPr lang="en-GB" sz="1800" b="0" strike="noStrike" spc="-1">
                <a:solidFill>
                  <a:srgbClr val="000000"/>
                </a:solidFill>
                <a:latin typeface="Calibri"/>
              </a:rPr>
              <a:t>xls, xlsx files</a:t>
            </a:r>
            <a:endParaRPr lang="en-GB" sz="1800" b="0" strike="noStrike" spc="-1">
              <a:latin typeface="Arial"/>
            </a:endParaRPr>
          </a:p>
        </p:txBody>
      </p:sp>
      <p:sp>
        <p:nvSpPr>
          <p:cNvPr id="409" name="CustomShape 3"/>
          <p:cNvSpPr/>
          <p:nvPr/>
        </p:nvSpPr>
        <p:spPr>
          <a:xfrm>
            <a:off x="585720" y="3427560"/>
            <a:ext cx="5999760" cy="6404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spAutoFit/>
          </a:bodyPr>
          <a:lstStyle/>
          <a:p>
            <a:pPr>
              <a:lnSpc>
                <a:spcPct val="100000"/>
              </a:lnSpc>
            </a:pPr>
            <a:r>
              <a:rPr lang="en-GB" sz="1800" b="0" strike="noStrike" spc="-1">
                <a:solidFill>
                  <a:srgbClr val="000000"/>
                </a:solidFill>
                <a:latin typeface="Courier New"/>
                <a:ea typeface="Calibri"/>
              </a:rPr>
              <a:t>install.packages("readxl") </a:t>
            </a:r>
            <a:r>
              <a:rPr lang="en-GB" sz="1800" b="0" strike="noStrike" spc="-1">
                <a:solidFill>
                  <a:srgbClr val="000000"/>
                </a:solidFill>
                <a:latin typeface="Calibri"/>
                <a:ea typeface="Calibri"/>
              </a:rPr>
              <a:t>- install the package</a:t>
            </a:r>
            <a:endParaRPr lang="en-GB" sz="18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GB" sz="1800" b="0" strike="noStrike" spc="-1">
                <a:solidFill>
                  <a:srgbClr val="000000"/>
                </a:solidFill>
                <a:latin typeface="Courier New"/>
                <a:ea typeface="Calibri"/>
              </a:rPr>
              <a:t>library(readxl)</a:t>
            </a:r>
            <a:r>
              <a:rPr lang="en-GB" sz="1800" b="0" strike="noStrike" spc="-1">
                <a:solidFill>
                  <a:srgbClr val="000000"/>
                </a:solidFill>
                <a:latin typeface="Calibri"/>
                <a:ea typeface="Calibri"/>
              </a:rPr>
              <a:t> - load the package</a:t>
            </a:r>
            <a:endParaRPr lang="en-GB" sz="1800" b="0" strike="noStrike" spc="-1">
              <a:latin typeface="Arial"/>
            </a:endParaRPr>
          </a:p>
        </p:txBody>
      </p:sp>
      <p:sp>
        <p:nvSpPr>
          <p:cNvPr id="410" name="CustomShape 4"/>
          <p:cNvSpPr/>
          <p:nvPr/>
        </p:nvSpPr>
        <p:spPr>
          <a:xfrm>
            <a:off x="4689720" y="5934600"/>
            <a:ext cx="4293000" cy="6404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spAutoFit/>
          </a:bodyPr>
          <a:lstStyle/>
          <a:p>
            <a:pPr algn="r">
              <a:lnSpc>
                <a:spcPct val="100000"/>
              </a:lnSpc>
            </a:pPr>
            <a:r>
              <a:rPr lang="en-GB" sz="1800" b="0" u="sng" strike="noStrike" spc="-1">
                <a:solidFill>
                  <a:srgbClr val="0000FF"/>
                </a:solidFill>
                <a:uFillTx/>
                <a:latin typeface="Calibri"/>
                <a:ea typeface="Calibri"/>
                <a:hlinkClick r:id="rId3"/>
              </a:rPr>
              <a:t>https://www.rdocumentation.org</a:t>
            </a:r>
            <a:endParaRPr lang="en-GB" sz="1800" b="0" strike="noStrike" spc="-1">
              <a:latin typeface="Arial"/>
            </a:endParaRPr>
          </a:p>
          <a:p>
            <a:pPr algn="r">
              <a:lnSpc>
                <a:spcPct val="100000"/>
              </a:lnSpc>
            </a:pPr>
            <a:r>
              <a:rPr lang="en-GB" sz="1800" b="0" strike="noStrike" spc="-1">
                <a:solidFill>
                  <a:srgbClr val="000000"/>
                </a:solidFill>
                <a:latin typeface="Calibri"/>
                <a:ea typeface="Calibri"/>
              </a:rPr>
              <a:t>More examples (over 21 000 packages)</a:t>
            </a:r>
            <a:endParaRPr lang="en-GB" sz="1800" b="0" strike="noStrike" spc="-1">
              <a:latin typeface="Arial"/>
            </a:endParaRPr>
          </a:p>
        </p:txBody>
      </p:sp>
      <p:sp>
        <p:nvSpPr>
          <p:cNvPr id="411" name="CustomShape 5"/>
          <p:cNvSpPr/>
          <p:nvPr/>
        </p:nvSpPr>
        <p:spPr>
          <a:xfrm>
            <a:off x="2520" y="4268880"/>
            <a:ext cx="9123120" cy="17377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spAutoFit/>
          </a:bodyPr>
          <a:lstStyle/>
          <a:p>
            <a:pPr marL="285840" indent="-28548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1800" b="1" strike="noStrike" spc="-1">
                <a:solidFill>
                  <a:srgbClr val="000000"/>
                </a:solidFill>
                <a:latin typeface="Courier New"/>
                <a:ea typeface="Calibri"/>
              </a:rPr>
              <a:t>read_excel</a:t>
            </a:r>
            <a:r>
              <a:rPr lang="en-US" sz="1800" b="0" strike="noStrike" spc="-1">
                <a:solidFill>
                  <a:srgbClr val="000000"/>
                </a:solidFill>
                <a:latin typeface="Courier New"/>
                <a:ea typeface="Calibri"/>
              </a:rPr>
              <a:t>(</a:t>
            </a:r>
            <a:r>
              <a:rPr lang="en-US" sz="1800" b="0" strike="noStrike" spc="-1">
                <a:solidFill>
                  <a:srgbClr val="000000"/>
                </a:solidFill>
                <a:highlight>
                  <a:srgbClr val="FFFF00"/>
                </a:highlight>
                <a:latin typeface="Courier New"/>
                <a:ea typeface="Calibri"/>
              </a:rPr>
              <a:t>path, sheet = NULL, range = NULL, col_names = TRUE, col_types = NULL, na = "", trim_ws = TRUE, ...)</a:t>
            </a:r>
            <a:endParaRPr lang="en-GB" sz="1800" b="0" strike="noStrike" spc="-1">
              <a:latin typeface="Arial"/>
            </a:endParaRPr>
          </a:p>
          <a:p>
            <a:pPr marL="285840" indent="-28548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GB" sz="1800" b="1" strike="noStrike" spc="-1">
                <a:solidFill>
                  <a:srgbClr val="000000"/>
                </a:solidFill>
                <a:highlight>
                  <a:srgbClr val="FFFF00"/>
                </a:highlight>
                <a:latin typeface="Courier New"/>
                <a:ea typeface="Calibri"/>
              </a:rPr>
              <a:t>read_xls</a:t>
            </a:r>
            <a:r>
              <a:rPr lang="en-GB" sz="1800" b="0" strike="noStrike" spc="-1">
                <a:solidFill>
                  <a:srgbClr val="000000"/>
                </a:solidFill>
                <a:highlight>
                  <a:srgbClr val="FFFF00"/>
                </a:highlight>
                <a:latin typeface="Courier New"/>
                <a:ea typeface="Calibri"/>
              </a:rPr>
              <a:t>(path, sheet = NULL, range = NULL, col_names = TRUE, col_types = NULL, na = "", trim_ws = TRUE, ...)</a:t>
            </a:r>
            <a:endParaRPr lang="en-GB" sz="1800" b="0" strike="noStrike" spc="-1">
              <a:latin typeface="Arial"/>
            </a:endParaRPr>
          </a:p>
          <a:p>
            <a:pPr marL="285840" indent="-28548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GB" sz="1800" b="1" strike="noStrike" spc="-1">
                <a:solidFill>
                  <a:srgbClr val="000000"/>
                </a:solidFill>
                <a:highlight>
                  <a:srgbClr val="FFFF00"/>
                </a:highlight>
                <a:latin typeface="Courier New"/>
                <a:ea typeface="Calibri"/>
              </a:rPr>
              <a:t>read_xlsx</a:t>
            </a:r>
            <a:r>
              <a:rPr lang="en-GB" sz="1800" b="0" strike="noStrike" spc="-1">
                <a:solidFill>
                  <a:srgbClr val="000000"/>
                </a:solidFill>
                <a:highlight>
                  <a:srgbClr val="FFFF00"/>
                </a:highlight>
                <a:latin typeface="Courier New"/>
                <a:ea typeface="Calibri"/>
              </a:rPr>
              <a:t>(path, sheet = NULL, range = NULL, col_names = TRUE, col_types = NULL, na = "", trim_ws = TRUE, ...)</a:t>
            </a:r>
            <a:endParaRPr lang="en-GB" sz="1800" b="0" strike="noStrike" spc="-1">
              <a:latin typeface="Arial"/>
            </a:endParaRPr>
          </a:p>
        </p:txBody>
      </p:sp>
      <p:sp>
        <p:nvSpPr>
          <p:cNvPr id="412" name="CustomShape 6"/>
          <p:cNvSpPr/>
          <p:nvPr/>
        </p:nvSpPr>
        <p:spPr>
          <a:xfrm>
            <a:off x="6478200" y="3461760"/>
            <a:ext cx="2451960" cy="3646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800" b="0" strike="noStrike" spc="-1">
                <a:solidFill>
                  <a:srgbClr val="0000FF"/>
                </a:solidFill>
                <a:latin typeface="Calibri"/>
              </a:rPr>
              <a:t>Other package: openxlsx</a:t>
            </a:r>
            <a:endParaRPr lang="en-GB" sz="1800" b="0" strike="noStrike" spc="-1">
              <a:latin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CustomShape 1"/>
          <p:cNvSpPr/>
          <p:nvPr/>
        </p:nvSpPr>
        <p:spPr>
          <a:xfrm>
            <a:off x="457200" y="274680"/>
            <a:ext cx="8228520" cy="1141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en-GB" sz="4400" b="1" strike="noStrike" spc="-1">
                <a:solidFill>
                  <a:srgbClr val="000000"/>
                </a:solidFill>
                <a:latin typeface="Calibri"/>
                <a:ea typeface="DejaVu Sans"/>
              </a:rPr>
              <a:t>Managing working directory</a:t>
            </a:r>
            <a:endParaRPr lang="en-GB" sz="4400" b="0" strike="noStrike" spc="-1">
              <a:latin typeface="Arial"/>
            </a:endParaRPr>
          </a:p>
        </p:txBody>
      </p:sp>
      <p:sp>
        <p:nvSpPr>
          <p:cNvPr id="278" name="CustomShape 2"/>
          <p:cNvSpPr/>
          <p:nvPr/>
        </p:nvSpPr>
        <p:spPr>
          <a:xfrm>
            <a:off x="457200" y="1600200"/>
            <a:ext cx="8322480" cy="45248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rmAutofit/>
          </a:bodyPr>
          <a:lstStyle/>
          <a:p>
            <a:pPr>
              <a:lnSpc>
                <a:spcPct val="100000"/>
              </a:lnSpc>
              <a:spcBef>
                <a:spcPts val="479"/>
              </a:spcBef>
              <a:tabLst>
                <a:tab pos="0" algn="l"/>
              </a:tabLst>
            </a:pPr>
            <a:r>
              <a:rPr lang="en-GB" sz="2400" b="0" strike="noStrike" spc="-1">
                <a:solidFill>
                  <a:srgbClr val="000000"/>
                </a:solidFill>
                <a:latin typeface="Calibri"/>
                <a:ea typeface="Calibri"/>
              </a:rPr>
              <a:t>The </a:t>
            </a:r>
            <a:r>
              <a:rPr lang="en-GB" sz="2400" b="1" strike="noStrike" spc="-1">
                <a:solidFill>
                  <a:srgbClr val="000000"/>
                </a:solidFill>
                <a:latin typeface="Calibri"/>
                <a:ea typeface="Calibri"/>
              </a:rPr>
              <a:t>working directory</a:t>
            </a:r>
            <a:r>
              <a:rPr lang="en-GB" sz="2400" b="0" strike="noStrike" spc="-1">
                <a:solidFill>
                  <a:srgbClr val="000000"/>
                </a:solidFill>
                <a:latin typeface="Calibri"/>
                <a:ea typeface="Calibri"/>
              </a:rPr>
              <a:t> is a file path on your computer that sets the default location of any files you read into </a:t>
            </a:r>
            <a:r>
              <a:rPr lang="en-GB" sz="2400" b="1" strike="noStrike" spc="-1">
                <a:solidFill>
                  <a:srgbClr val="000000"/>
                </a:solidFill>
                <a:latin typeface="Calibri"/>
                <a:ea typeface="Calibri"/>
              </a:rPr>
              <a:t>R</a:t>
            </a:r>
            <a:r>
              <a:rPr lang="en-GB" sz="2400" b="0" strike="noStrike" spc="-1">
                <a:solidFill>
                  <a:srgbClr val="000000"/>
                </a:solidFill>
                <a:latin typeface="Calibri"/>
                <a:ea typeface="Calibri"/>
              </a:rPr>
              <a:t>, or save out of </a:t>
            </a:r>
            <a:r>
              <a:rPr lang="en-GB" sz="2400" b="1" strike="noStrike" spc="-1">
                <a:solidFill>
                  <a:srgbClr val="000000"/>
                </a:solidFill>
                <a:latin typeface="Calibri"/>
                <a:ea typeface="Calibri"/>
              </a:rPr>
              <a:t>R</a:t>
            </a:r>
            <a:r>
              <a:rPr lang="en-GB" sz="2400" b="0" strike="noStrike" spc="-1">
                <a:solidFill>
                  <a:srgbClr val="000000"/>
                </a:solidFill>
                <a:latin typeface="Calibri"/>
                <a:ea typeface="Calibri"/>
              </a:rPr>
              <a:t>.</a:t>
            </a:r>
            <a:endParaRPr lang="en-GB" sz="2400" b="0" strike="noStrike" spc="-1">
              <a:latin typeface="Arial"/>
            </a:endParaRPr>
          </a:p>
          <a:p>
            <a:pPr>
              <a:lnSpc>
                <a:spcPct val="100000"/>
              </a:lnSpc>
              <a:spcBef>
                <a:spcPts val="479"/>
              </a:spcBef>
              <a:tabLst>
                <a:tab pos="0" algn="l"/>
              </a:tabLst>
            </a:pPr>
            <a:endParaRPr lang="en-GB" sz="2400" b="0" strike="noStrike" spc="-1">
              <a:latin typeface="Arial"/>
            </a:endParaRPr>
          </a:p>
          <a:p>
            <a:pPr>
              <a:lnSpc>
                <a:spcPct val="100000"/>
              </a:lnSpc>
              <a:spcBef>
                <a:spcPts val="479"/>
              </a:spcBef>
              <a:tabLst>
                <a:tab pos="0" algn="l"/>
              </a:tabLst>
            </a:pPr>
            <a:r>
              <a:rPr lang="en-GB" sz="2400" b="0" strike="noStrike" spc="-1">
                <a:solidFill>
                  <a:srgbClr val="000000"/>
                </a:solidFill>
                <a:latin typeface="Courier New"/>
                <a:ea typeface="Calibri"/>
              </a:rPr>
              <a:t>getwd() </a:t>
            </a:r>
            <a:r>
              <a:rPr lang="en-GB" sz="2400" b="0" strike="noStrike" spc="-1">
                <a:solidFill>
                  <a:srgbClr val="000000"/>
                </a:solidFill>
                <a:latin typeface="Calibri"/>
                <a:ea typeface="Calibri"/>
              </a:rPr>
              <a:t>- returns the current working directory</a:t>
            </a:r>
            <a:endParaRPr lang="en-GB" sz="2400" b="0" strike="noStrike" spc="-1">
              <a:latin typeface="Arial"/>
            </a:endParaRPr>
          </a:p>
          <a:p>
            <a:pPr>
              <a:lnSpc>
                <a:spcPct val="100000"/>
              </a:lnSpc>
              <a:spcBef>
                <a:spcPts val="479"/>
              </a:spcBef>
              <a:tabLst>
                <a:tab pos="0" algn="l"/>
              </a:tabLst>
            </a:pPr>
            <a:r>
              <a:rPr lang="en-GB" sz="2400" b="0" strike="noStrike" spc="-1">
                <a:solidFill>
                  <a:srgbClr val="000000"/>
                </a:solidFill>
                <a:latin typeface="Courier New"/>
                <a:ea typeface="Calibri"/>
              </a:rPr>
              <a:t>setwd("path/to/your_new_wd")</a:t>
            </a:r>
            <a:r>
              <a:rPr lang="en-GB" sz="2400" b="0" strike="noStrike" spc="-1">
                <a:solidFill>
                  <a:srgbClr val="000000"/>
                </a:solidFill>
                <a:latin typeface="Calibri"/>
                <a:ea typeface="Calibri"/>
              </a:rPr>
              <a:t> - changes the working directory</a:t>
            </a:r>
            <a:endParaRPr lang="en-GB" sz="2400" b="0" strike="noStrike" spc="-1">
              <a:latin typeface="Arial"/>
            </a:endParaRPr>
          </a:p>
          <a:p>
            <a:pPr>
              <a:lnSpc>
                <a:spcPct val="100000"/>
              </a:lnSpc>
              <a:spcBef>
                <a:spcPts val="479"/>
              </a:spcBef>
              <a:tabLst>
                <a:tab pos="0" algn="l"/>
              </a:tabLst>
            </a:pPr>
            <a:r>
              <a:rPr lang="en-GB" sz="2400" b="0" strike="noStrike" spc="-1">
                <a:solidFill>
                  <a:srgbClr val="000000"/>
                </a:solidFill>
                <a:latin typeface="Courier New"/>
                <a:ea typeface="Calibri"/>
              </a:rPr>
              <a:t>list.files() </a:t>
            </a:r>
            <a:r>
              <a:rPr lang="en-GB" sz="2400" b="0" strike="noStrike" spc="-1">
                <a:solidFill>
                  <a:srgbClr val="000000"/>
                </a:solidFill>
                <a:latin typeface="Calibri"/>
                <a:ea typeface="Calibri"/>
              </a:rPr>
              <a:t>- displays the list of all the files in wd</a:t>
            </a:r>
            <a:endParaRPr lang="en-GB" sz="2400" b="0" strike="noStrike" spc="-1">
              <a:latin typeface="Arial"/>
            </a:endParaRPr>
          </a:p>
          <a:p>
            <a:pPr>
              <a:lnSpc>
                <a:spcPct val="100000"/>
              </a:lnSpc>
              <a:spcBef>
                <a:spcPts val="479"/>
              </a:spcBef>
              <a:tabLst>
                <a:tab pos="0" algn="l"/>
              </a:tabLst>
            </a:pPr>
            <a:r>
              <a:rPr lang="en-GB" sz="2400" b="0" strike="noStrike" spc="-1">
                <a:solidFill>
                  <a:srgbClr val="FF0000"/>
                </a:solidFill>
                <a:latin typeface="Calibri"/>
                <a:ea typeface="Calibri"/>
              </a:rPr>
              <a:t>Note: </a:t>
            </a:r>
            <a:r>
              <a:rPr lang="en-GB" sz="2400" b="0" strike="noStrike" spc="-1">
                <a:solidFill>
                  <a:srgbClr val="FF0000"/>
                </a:solidFill>
                <a:latin typeface="Courier New"/>
                <a:ea typeface="Calibri"/>
              </a:rPr>
              <a:t>getwd()</a:t>
            </a:r>
            <a:r>
              <a:rPr lang="en-GB" sz="2400" b="0" strike="noStrike" spc="-1">
                <a:solidFill>
                  <a:srgbClr val="FF0000"/>
                </a:solidFill>
                <a:latin typeface="Calibri"/>
                <a:ea typeface="Calibri"/>
              </a:rPr>
              <a:t> function has no arguments!</a:t>
            </a:r>
            <a:endParaRPr lang="en-GB" sz="2400" b="0" strike="noStrike" spc="-1">
              <a:latin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CustomShape 1"/>
          <p:cNvSpPr/>
          <p:nvPr/>
        </p:nvSpPr>
        <p:spPr>
          <a:xfrm>
            <a:off x="457200" y="684000"/>
            <a:ext cx="8227800" cy="11437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GB" sz="4400" b="1" strike="noStrike" spc="-1">
                <a:solidFill>
                  <a:srgbClr val="000000"/>
                </a:solidFill>
                <a:latin typeface="Calibri"/>
                <a:ea typeface="DejaVu Sans"/>
              </a:rPr>
              <a:t>Data Structures: data.frame</a:t>
            </a:r>
            <a:endParaRPr lang="en-GB" sz="4400" b="0" strike="noStrike" spc="-1">
              <a:latin typeface="Arial"/>
            </a:endParaRPr>
          </a:p>
        </p:txBody>
      </p:sp>
      <p:sp>
        <p:nvSpPr>
          <p:cNvPr id="280" name="CustomShape 2"/>
          <p:cNvSpPr/>
          <p:nvPr/>
        </p:nvSpPr>
        <p:spPr>
          <a:xfrm>
            <a:off x="457200" y="2359440"/>
            <a:ext cx="8227800" cy="12304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normAutofit/>
          </a:bodyPr>
          <a:lstStyle/>
          <a:p>
            <a:pPr marL="343080" indent="-342000">
              <a:lnSpc>
                <a:spcPct val="100000"/>
              </a:lnSpc>
              <a:spcBef>
                <a:spcPts val="434"/>
              </a:spcBef>
              <a:buClr>
                <a:srgbClr val="000000"/>
              </a:buClr>
              <a:buFont typeface="Arial"/>
              <a:buChar char="•"/>
            </a:pPr>
            <a:r>
              <a:rPr lang="en-GB" sz="2180" b="0" strike="noStrike" spc="-1">
                <a:solidFill>
                  <a:srgbClr val="000000"/>
                </a:solidFill>
                <a:latin typeface="Calibri"/>
                <a:ea typeface="DejaVu Sans"/>
              </a:rPr>
              <a:t>data.frame</a:t>
            </a:r>
            <a:endParaRPr lang="en-GB" sz="2180" b="0" strike="noStrike" spc="-1">
              <a:latin typeface="Arial"/>
            </a:endParaRPr>
          </a:p>
          <a:p>
            <a:pPr marL="743040" lvl="1" indent="-284760">
              <a:lnSpc>
                <a:spcPct val="100000"/>
              </a:lnSpc>
              <a:spcBef>
                <a:spcPts val="363"/>
              </a:spcBef>
              <a:buClr>
                <a:srgbClr val="000000"/>
              </a:buClr>
              <a:buFont typeface="Arial"/>
              <a:buChar char="–"/>
            </a:pPr>
            <a:r>
              <a:rPr lang="en-GB" sz="1820" b="0" strike="noStrike" spc="-1">
                <a:solidFill>
                  <a:srgbClr val="000000"/>
                </a:solidFill>
                <a:latin typeface="Calibri"/>
                <a:ea typeface="DejaVu Sans"/>
              </a:rPr>
              <a:t>Data organised into rows and columns; elements of each column are of the same type, but different columns can be of different types</a:t>
            </a:r>
            <a:endParaRPr lang="en-GB" sz="1820" b="0" strike="noStrike" spc="-1">
              <a:latin typeface="Arial"/>
            </a:endParaRPr>
          </a:p>
        </p:txBody>
      </p:sp>
      <p:grpSp>
        <p:nvGrpSpPr>
          <p:cNvPr id="281" name="Group 3"/>
          <p:cNvGrpSpPr/>
          <p:nvPr/>
        </p:nvGrpSpPr>
        <p:grpSpPr>
          <a:xfrm>
            <a:off x="3130920" y="3753360"/>
            <a:ext cx="1583280" cy="1148760"/>
            <a:chOff x="3130920" y="3753360"/>
            <a:chExt cx="1583280" cy="1148760"/>
          </a:xfrm>
        </p:grpSpPr>
        <p:sp>
          <p:nvSpPr>
            <p:cNvPr id="282" name="CustomShape 4"/>
            <p:cNvSpPr/>
            <p:nvPr/>
          </p:nvSpPr>
          <p:spPr>
            <a:xfrm>
              <a:off x="3458160" y="3753360"/>
              <a:ext cx="329760" cy="339480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>
              <a:sp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n-GB" sz="1640" b="0" strike="noStrike" spc="-1">
                  <a:solidFill>
                    <a:srgbClr val="000000"/>
                  </a:solidFill>
                  <a:latin typeface="Calibri"/>
                  <a:ea typeface="DejaVu Sans"/>
                </a:rPr>
                <a:t>1</a:t>
              </a:r>
              <a:endParaRPr lang="en-GB" sz="1640" b="0" strike="noStrike" spc="-1">
                <a:latin typeface="Arial"/>
              </a:endParaRPr>
            </a:p>
          </p:txBody>
        </p:sp>
        <p:sp>
          <p:nvSpPr>
            <p:cNvPr id="283" name="CustomShape 5"/>
            <p:cNvSpPr/>
            <p:nvPr/>
          </p:nvSpPr>
          <p:spPr>
            <a:xfrm>
              <a:off x="3785760" y="3753360"/>
              <a:ext cx="309960" cy="339480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>
              <a:sp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n-GB" sz="1640" b="0" strike="noStrike" spc="-1">
                  <a:solidFill>
                    <a:srgbClr val="000000"/>
                  </a:solidFill>
                  <a:latin typeface="Calibri"/>
                  <a:ea typeface="DejaVu Sans"/>
                </a:rPr>
                <a:t>2</a:t>
              </a:r>
              <a:endParaRPr lang="en-GB" sz="1640" b="0" strike="noStrike" spc="-1">
                <a:latin typeface="Arial"/>
              </a:endParaRPr>
            </a:p>
          </p:txBody>
        </p:sp>
        <p:grpSp>
          <p:nvGrpSpPr>
            <p:cNvPr id="284" name="Group 6"/>
            <p:cNvGrpSpPr/>
            <p:nvPr/>
          </p:nvGrpSpPr>
          <p:grpSpPr>
            <a:xfrm>
              <a:off x="3130920" y="4014000"/>
              <a:ext cx="1583280" cy="888120"/>
              <a:chOff x="3130920" y="4014000"/>
              <a:chExt cx="1583280" cy="888120"/>
            </a:xfrm>
          </p:grpSpPr>
          <p:sp>
            <p:nvSpPr>
              <p:cNvPr id="285" name="CustomShape 7"/>
              <p:cNvSpPr/>
              <p:nvPr/>
            </p:nvSpPr>
            <p:spPr>
              <a:xfrm>
                <a:off x="3474720" y="4051440"/>
                <a:ext cx="309960" cy="268560"/>
              </a:xfrm>
              <a:prstGeom prst="rect">
                <a:avLst/>
              </a:prstGeom>
              <a:ln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  <p:sp>
            <p:nvSpPr>
              <p:cNvPr id="286" name="CustomShape 8"/>
              <p:cNvSpPr/>
              <p:nvPr/>
            </p:nvSpPr>
            <p:spPr>
              <a:xfrm>
                <a:off x="3785760" y="4051440"/>
                <a:ext cx="309960" cy="268560"/>
              </a:xfrm>
              <a:prstGeom prst="rect">
                <a:avLst/>
              </a:prstGeom>
              <a:solidFill>
                <a:srgbClr val="FFFF00"/>
              </a:solidFill>
              <a:ln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  <p:sp>
            <p:nvSpPr>
              <p:cNvPr id="287" name="CustomShape 9"/>
              <p:cNvSpPr/>
              <p:nvPr/>
            </p:nvSpPr>
            <p:spPr>
              <a:xfrm>
                <a:off x="4091760" y="4051440"/>
                <a:ext cx="309960" cy="268560"/>
              </a:xfrm>
              <a:prstGeom prst="rect">
                <a:avLst/>
              </a:prstGeom>
              <a:ln>
                <a:round/>
              </a:ln>
            </p:spPr>
            <p:style>
              <a:lnRef idx="2">
                <a:schemeClr val="accent6">
                  <a:shade val="50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  <p:sp>
            <p:nvSpPr>
              <p:cNvPr id="288" name="CustomShape 10"/>
              <p:cNvSpPr/>
              <p:nvPr/>
            </p:nvSpPr>
            <p:spPr>
              <a:xfrm>
                <a:off x="4404240" y="4051440"/>
                <a:ext cx="309960" cy="268560"/>
              </a:xfrm>
              <a:prstGeom prst="rect">
                <a:avLst/>
              </a:prstGeom>
              <a:ln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  <p:sp>
            <p:nvSpPr>
              <p:cNvPr id="289" name="CustomShape 11"/>
              <p:cNvSpPr/>
              <p:nvPr/>
            </p:nvSpPr>
            <p:spPr>
              <a:xfrm>
                <a:off x="3474720" y="4321080"/>
                <a:ext cx="309960" cy="268560"/>
              </a:xfrm>
              <a:prstGeom prst="rect">
                <a:avLst/>
              </a:prstGeom>
              <a:ln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  <p:sp>
            <p:nvSpPr>
              <p:cNvPr id="290" name="CustomShape 12"/>
              <p:cNvSpPr/>
              <p:nvPr/>
            </p:nvSpPr>
            <p:spPr>
              <a:xfrm>
                <a:off x="3785760" y="4321080"/>
                <a:ext cx="309960" cy="268560"/>
              </a:xfrm>
              <a:prstGeom prst="rect">
                <a:avLst/>
              </a:prstGeom>
              <a:solidFill>
                <a:srgbClr val="FFFF00"/>
              </a:solidFill>
              <a:ln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  <p:sp>
            <p:nvSpPr>
              <p:cNvPr id="291" name="CustomShape 13"/>
              <p:cNvSpPr/>
              <p:nvPr/>
            </p:nvSpPr>
            <p:spPr>
              <a:xfrm>
                <a:off x="4091760" y="4321080"/>
                <a:ext cx="309960" cy="268560"/>
              </a:xfrm>
              <a:prstGeom prst="rect">
                <a:avLst/>
              </a:prstGeom>
              <a:ln>
                <a:round/>
              </a:ln>
            </p:spPr>
            <p:style>
              <a:lnRef idx="2">
                <a:schemeClr val="accent6">
                  <a:shade val="50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  <p:sp>
            <p:nvSpPr>
              <p:cNvPr id="292" name="CustomShape 14"/>
              <p:cNvSpPr/>
              <p:nvPr/>
            </p:nvSpPr>
            <p:spPr>
              <a:xfrm>
                <a:off x="4404240" y="4321080"/>
                <a:ext cx="309960" cy="268560"/>
              </a:xfrm>
              <a:prstGeom prst="rect">
                <a:avLst/>
              </a:prstGeom>
              <a:ln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  <p:sp>
            <p:nvSpPr>
              <p:cNvPr id="293" name="CustomShape 15"/>
              <p:cNvSpPr/>
              <p:nvPr/>
            </p:nvSpPr>
            <p:spPr>
              <a:xfrm>
                <a:off x="3474720" y="4590360"/>
                <a:ext cx="309960" cy="268560"/>
              </a:xfrm>
              <a:prstGeom prst="rect">
                <a:avLst/>
              </a:prstGeom>
              <a:ln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  <p:sp>
            <p:nvSpPr>
              <p:cNvPr id="294" name="CustomShape 16"/>
              <p:cNvSpPr/>
              <p:nvPr/>
            </p:nvSpPr>
            <p:spPr>
              <a:xfrm>
                <a:off x="3785760" y="4590360"/>
                <a:ext cx="309960" cy="268560"/>
              </a:xfrm>
              <a:prstGeom prst="rect">
                <a:avLst/>
              </a:prstGeom>
              <a:solidFill>
                <a:srgbClr val="FFFF00"/>
              </a:solidFill>
              <a:ln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  <p:sp>
            <p:nvSpPr>
              <p:cNvPr id="295" name="CustomShape 17"/>
              <p:cNvSpPr/>
              <p:nvPr/>
            </p:nvSpPr>
            <p:spPr>
              <a:xfrm>
                <a:off x="4091760" y="4590360"/>
                <a:ext cx="309960" cy="268560"/>
              </a:xfrm>
              <a:prstGeom prst="rect">
                <a:avLst/>
              </a:prstGeom>
              <a:ln>
                <a:round/>
              </a:ln>
            </p:spPr>
            <p:style>
              <a:lnRef idx="2">
                <a:schemeClr val="accent6">
                  <a:shade val="50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  <p:sp>
            <p:nvSpPr>
              <p:cNvPr id="296" name="CustomShape 18"/>
              <p:cNvSpPr/>
              <p:nvPr/>
            </p:nvSpPr>
            <p:spPr>
              <a:xfrm>
                <a:off x="4404240" y="4590360"/>
                <a:ext cx="309960" cy="268560"/>
              </a:xfrm>
              <a:prstGeom prst="rect">
                <a:avLst/>
              </a:prstGeom>
              <a:ln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  <p:sp>
            <p:nvSpPr>
              <p:cNvPr id="297" name="CustomShape 19"/>
              <p:cNvSpPr/>
              <p:nvPr/>
            </p:nvSpPr>
            <p:spPr>
              <a:xfrm>
                <a:off x="3130920" y="4014000"/>
                <a:ext cx="309960" cy="33948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>
                <a:spAutoFit/>
              </a:bodyPr>
              <a:lstStyle/>
              <a:p>
                <a:pPr algn="ctr">
                  <a:lnSpc>
                    <a:spcPct val="100000"/>
                  </a:lnSpc>
                  <a:tabLst>
                    <a:tab pos="0" algn="l"/>
                  </a:tabLst>
                </a:pPr>
                <a:r>
                  <a:rPr lang="en-GB" sz="1640" b="0" strike="noStrike" spc="-1">
                    <a:solidFill>
                      <a:srgbClr val="000000"/>
                    </a:solidFill>
                    <a:latin typeface="Calibri"/>
                    <a:ea typeface="DejaVu Sans"/>
                  </a:rPr>
                  <a:t>1</a:t>
                </a:r>
                <a:endParaRPr lang="en-GB" sz="1640" b="0" strike="noStrike" spc="-1">
                  <a:latin typeface="Arial"/>
                </a:endParaRPr>
              </a:p>
            </p:txBody>
          </p:sp>
          <p:sp>
            <p:nvSpPr>
              <p:cNvPr id="298" name="CustomShape 20"/>
              <p:cNvSpPr/>
              <p:nvPr/>
            </p:nvSpPr>
            <p:spPr>
              <a:xfrm>
                <a:off x="3130920" y="4288320"/>
                <a:ext cx="309960" cy="33948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>
                <a:spAutoFit/>
              </a:bodyPr>
              <a:lstStyle/>
              <a:p>
                <a:pPr algn="ctr">
                  <a:lnSpc>
                    <a:spcPct val="100000"/>
                  </a:lnSpc>
                  <a:tabLst>
                    <a:tab pos="0" algn="l"/>
                  </a:tabLst>
                </a:pPr>
                <a:r>
                  <a:rPr lang="en-GB" sz="1640" b="0" strike="noStrike" spc="-1">
                    <a:solidFill>
                      <a:srgbClr val="000000"/>
                    </a:solidFill>
                    <a:latin typeface="Calibri"/>
                    <a:ea typeface="DejaVu Sans"/>
                  </a:rPr>
                  <a:t>2</a:t>
                </a:r>
                <a:endParaRPr lang="en-GB" sz="1640" b="0" strike="noStrike" spc="-1">
                  <a:latin typeface="Arial"/>
                </a:endParaRPr>
              </a:p>
            </p:txBody>
          </p:sp>
          <p:sp>
            <p:nvSpPr>
              <p:cNvPr id="299" name="CustomShape 21"/>
              <p:cNvSpPr/>
              <p:nvPr/>
            </p:nvSpPr>
            <p:spPr>
              <a:xfrm>
                <a:off x="3130920" y="4562640"/>
                <a:ext cx="309960" cy="33948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>
                <a:spAutoFit/>
              </a:bodyPr>
              <a:lstStyle/>
              <a:p>
                <a:pPr algn="ctr">
                  <a:lnSpc>
                    <a:spcPct val="100000"/>
                  </a:lnSpc>
                  <a:tabLst>
                    <a:tab pos="0" algn="l"/>
                  </a:tabLst>
                </a:pPr>
                <a:r>
                  <a:rPr lang="en-GB" sz="1640" b="0" strike="noStrike" spc="-1">
                    <a:solidFill>
                      <a:srgbClr val="000000"/>
                    </a:solidFill>
                    <a:latin typeface="Calibri"/>
                    <a:ea typeface="DejaVu Sans"/>
                  </a:rPr>
                  <a:t>3</a:t>
                </a:r>
                <a:endParaRPr lang="en-GB" sz="1640" b="0" strike="noStrike" spc="-1">
                  <a:latin typeface="Arial"/>
                </a:endParaRPr>
              </a:p>
            </p:txBody>
          </p:sp>
        </p:grpSp>
        <p:sp>
          <p:nvSpPr>
            <p:cNvPr id="300" name="CustomShape 22"/>
            <p:cNvSpPr/>
            <p:nvPr/>
          </p:nvSpPr>
          <p:spPr>
            <a:xfrm>
              <a:off x="4091760" y="3753360"/>
              <a:ext cx="309960" cy="339480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>
              <a:sp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n-GB" sz="1640" b="0" strike="noStrike" spc="-1">
                  <a:solidFill>
                    <a:srgbClr val="000000"/>
                  </a:solidFill>
                  <a:latin typeface="Calibri"/>
                  <a:ea typeface="DejaVu Sans"/>
                </a:rPr>
                <a:t>3</a:t>
              </a:r>
              <a:endParaRPr lang="en-GB" sz="1640" b="0" strike="noStrike" spc="-1">
                <a:latin typeface="Arial"/>
              </a:endParaRPr>
            </a:p>
          </p:txBody>
        </p:sp>
        <p:sp>
          <p:nvSpPr>
            <p:cNvPr id="301" name="CustomShape 23"/>
            <p:cNvSpPr/>
            <p:nvPr/>
          </p:nvSpPr>
          <p:spPr>
            <a:xfrm>
              <a:off x="4401000" y="3753360"/>
              <a:ext cx="309960" cy="339480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>
              <a:sp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n-GB" sz="1640" b="0" strike="noStrike" spc="-1">
                  <a:solidFill>
                    <a:srgbClr val="000000"/>
                  </a:solidFill>
                  <a:latin typeface="Calibri"/>
                  <a:ea typeface="DejaVu Sans"/>
                </a:rPr>
                <a:t>4</a:t>
              </a:r>
              <a:endParaRPr lang="en-GB" sz="1640" b="0" strike="noStrike" spc="-1">
                <a:latin typeface="Arial"/>
              </a:endParaRPr>
            </a:p>
          </p:txBody>
        </p:sp>
      </p:grpSp>
      <p:sp>
        <p:nvSpPr>
          <p:cNvPr id="302" name="CustomShape 24"/>
          <p:cNvSpPr/>
          <p:nvPr/>
        </p:nvSpPr>
        <p:spPr>
          <a:xfrm>
            <a:off x="1705680" y="4227480"/>
            <a:ext cx="1433880" cy="3394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GB" sz="1640" b="0" strike="noStrike" spc="-1">
                <a:solidFill>
                  <a:srgbClr val="000000"/>
                </a:solidFill>
                <a:latin typeface="Calibri"/>
                <a:ea typeface="DejaVu Sans"/>
              </a:rPr>
              <a:t>data.frame</a:t>
            </a:r>
            <a:endParaRPr lang="en-GB" sz="1640" b="0" strike="noStrike" spc="-1">
              <a:latin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3" name="Group 1"/>
          <p:cNvGrpSpPr/>
          <p:nvPr/>
        </p:nvGrpSpPr>
        <p:grpSpPr>
          <a:xfrm>
            <a:off x="2244960" y="2847600"/>
            <a:ext cx="1583280" cy="1148760"/>
            <a:chOff x="2244960" y="2847600"/>
            <a:chExt cx="1583280" cy="1148760"/>
          </a:xfrm>
        </p:grpSpPr>
        <p:sp>
          <p:nvSpPr>
            <p:cNvPr id="304" name="CustomShape 2"/>
            <p:cNvSpPr/>
            <p:nvPr/>
          </p:nvSpPr>
          <p:spPr>
            <a:xfrm>
              <a:off x="2572560" y="2847600"/>
              <a:ext cx="329760" cy="339480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>
              <a:sp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n-GB" sz="1640" b="0" strike="noStrike" spc="-1">
                  <a:solidFill>
                    <a:srgbClr val="000000"/>
                  </a:solidFill>
                  <a:latin typeface="Calibri"/>
                  <a:ea typeface="DejaVu Sans"/>
                </a:rPr>
                <a:t>1</a:t>
              </a:r>
              <a:endParaRPr lang="en-GB" sz="1640" b="0" strike="noStrike" spc="-1">
                <a:latin typeface="Arial"/>
              </a:endParaRPr>
            </a:p>
          </p:txBody>
        </p:sp>
        <p:sp>
          <p:nvSpPr>
            <p:cNvPr id="305" name="CustomShape 3"/>
            <p:cNvSpPr/>
            <p:nvPr/>
          </p:nvSpPr>
          <p:spPr>
            <a:xfrm>
              <a:off x="2899800" y="2847600"/>
              <a:ext cx="309960" cy="339480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>
              <a:sp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n-GB" sz="1640" b="0" strike="noStrike" spc="-1">
                  <a:solidFill>
                    <a:srgbClr val="000000"/>
                  </a:solidFill>
                  <a:latin typeface="Calibri"/>
                  <a:ea typeface="DejaVu Sans"/>
                </a:rPr>
                <a:t>2</a:t>
              </a:r>
              <a:endParaRPr lang="en-GB" sz="1640" b="0" strike="noStrike" spc="-1">
                <a:latin typeface="Arial"/>
              </a:endParaRPr>
            </a:p>
          </p:txBody>
        </p:sp>
        <p:grpSp>
          <p:nvGrpSpPr>
            <p:cNvPr id="306" name="Group 4"/>
            <p:cNvGrpSpPr/>
            <p:nvPr/>
          </p:nvGrpSpPr>
          <p:grpSpPr>
            <a:xfrm>
              <a:off x="2244960" y="3108240"/>
              <a:ext cx="1583280" cy="888120"/>
              <a:chOff x="2244960" y="3108240"/>
              <a:chExt cx="1583280" cy="888120"/>
            </a:xfrm>
          </p:grpSpPr>
          <p:sp>
            <p:nvSpPr>
              <p:cNvPr id="307" name="CustomShape 5"/>
              <p:cNvSpPr/>
              <p:nvPr/>
            </p:nvSpPr>
            <p:spPr>
              <a:xfrm>
                <a:off x="2588760" y="3145680"/>
                <a:ext cx="309960" cy="268560"/>
              </a:xfrm>
              <a:prstGeom prst="rect">
                <a:avLst/>
              </a:prstGeom>
              <a:ln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  <p:sp>
            <p:nvSpPr>
              <p:cNvPr id="308" name="CustomShape 6"/>
              <p:cNvSpPr/>
              <p:nvPr/>
            </p:nvSpPr>
            <p:spPr>
              <a:xfrm>
                <a:off x="2899800" y="3145680"/>
                <a:ext cx="309960" cy="268560"/>
              </a:xfrm>
              <a:prstGeom prst="rect">
                <a:avLst/>
              </a:prstGeom>
              <a:solidFill>
                <a:srgbClr val="FFFF00"/>
              </a:solidFill>
              <a:ln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  <p:sp>
            <p:nvSpPr>
              <p:cNvPr id="309" name="CustomShape 7"/>
              <p:cNvSpPr/>
              <p:nvPr/>
            </p:nvSpPr>
            <p:spPr>
              <a:xfrm>
                <a:off x="3205800" y="3145680"/>
                <a:ext cx="309960" cy="268560"/>
              </a:xfrm>
              <a:prstGeom prst="rect">
                <a:avLst/>
              </a:prstGeom>
              <a:ln>
                <a:round/>
              </a:ln>
            </p:spPr>
            <p:style>
              <a:lnRef idx="2">
                <a:schemeClr val="accent6">
                  <a:shade val="50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  <p:sp>
            <p:nvSpPr>
              <p:cNvPr id="310" name="CustomShape 8"/>
              <p:cNvSpPr/>
              <p:nvPr/>
            </p:nvSpPr>
            <p:spPr>
              <a:xfrm>
                <a:off x="3518280" y="3145680"/>
                <a:ext cx="309960" cy="268560"/>
              </a:xfrm>
              <a:prstGeom prst="rect">
                <a:avLst/>
              </a:prstGeom>
              <a:ln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  <p:sp>
            <p:nvSpPr>
              <p:cNvPr id="311" name="CustomShape 9"/>
              <p:cNvSpPr/>
              <p:nvPr/>
            </p:nvSpPr>
            <p:spPr>
              <a:xfrm>
                <a:off x="2588760" y="3415320"/>
                <a:ext cx="309960" cy="268560"/>
              </a:xfrm>
              <a:prstGeom prst="rect">
                <a:avLst/>
              </a:prstGeom>
              <a:ln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  <p:sp>
            <p:nvSpPr>
              <p:cNvPr id="312" name="CustomShape 10"/>
              <p:cNvSpPr/>
              <p:nvPr/>
            </p:nvSpPr>
            <p:spPr>
              <a:xfrm>
                <a:off x="2899800" y="3415320"/>
                <a:ext cx="309960" cy="268560"/>
              </a:xfrm>
              <a:prstGeom prst="rect">
                <a:avLst/>
              </a:prstGeom>
              <a:solidFill>
                <a:srgbClr val="FFFF00"/>
              </a:solidFill>
              <a:ln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  <p:sp>
            <p:nvSpPr>
              <p:cNvPr id="313" name="CustomShape 11"/>
              <p:cNvSpPr/>
              <p:nvPr/>
            </p:nvSpPr>
            <p:spPr>
              <a:xfrm>
                <a:off x="3205800" y="3415320"/>
                <a:ext cx="309960" cy="268560"/>
              </a:xfrm>
              <a:prstGeom prst="rect">
                <a:avLst/>
              </a:prstGeom>
              <a:ln>
                <a:round/>
              </a:ln>
            </p:spPr>
            <p:style>
              <a:lnRef idx="2">
                <a:schemeClr val="accent6">
                  <a:shade val="50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  <p:sp>
            <p:nvSpPr>
              <p:cNvPr id="314" name="CustomShape 12"/>
              <p:cNvSpPr/>
              <p:nvPr/>
            </p:nvSpPr>
            <p:spPr>
              <a:xfrm>
                <a:off x="3518280" y="3415320"/>
                <a:ext cx="309960" cy="268560"/>
              </a:xfrm>
              <a:prstGeom prst="rect">
                <a:avLst/>
              </a:prstGeom>
              <a:ln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  <p:sp>
            <p:nvSpPr>
              <p:cNvPr id="315" name="CustomShape 13"/>
              <p:cNvSpPr/>
              <p:nvPr/>
            </p:nvSpPr>
            <p:spPr>
              <a:xfrm>
                <a:off x="2588760" y="3684960"/>
                <a:ext cx="309960" cy="268560"/>
              </a:xfrm>
              <a:prstGeom prst="rect">
                <a:avLst/>
              </a:prstGeom>
              <a:ln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  <p:sp>
            <p:nvSpPr>
              <p:cNvPr id="316" name="CustomShape 14"/>
              <p:cNvSpPr/>
              <p:nvPr/>
            </p:nvSpPr>
            <p:spPr>
              <a:xfrm>
                <a:off x="2899800" y="3684960"/>
                <a:ext cx="309960" cy="268560"/>
              </a:xfrm>
              <a:prstGeom prst="rect">
                <a:avLst/>
              </a:prstGeom>
              <a:solidFill>
                <a:srgbClr val="FFFF00"/>
              </a:solidFill>
              <a:ln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  <p:sp>
            <p:nvSpPr>
              <p:cNvPr id="317" name="CustomShape 15"/>
              <p:cNvSpPr/>
              <p:nvPr/>
            </p:nvSpPr>
            <p:spPr>
              <a:xfrm>
                <a:off x="3205800" y="3684960"/>
                <a:ext cx="309960" cy="268560"/>
              </a:xfrm>
              <a:prstGeom prst="rect">
                <a:avLst/>
              </a:prstGeom>
              <a:ln>
                <a:round/>
              </a:ln>
            </p:spPr>
            <p:style>
              <a:lnRef idx="2">
                <a:schemeClr val="accent6">
                  <a:shade val="50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  <p:sp>
            <p:nvSpPr>
              <p:cNvPr id="318" name="CustomShape 16"/>
              <p:cNvSpPr/>
              <p:nvPr/>
            </p:nvSpPr>
            <p:spPr>
              <a:xfrm>
                <a:off x="3518280" y="3684960"/>
                <a:ext cx="309960" cy="268560"/>
              </a:xfrm>
              <a:prstGeom prst="rect">
                <a:avLst/>
              </a:prstGeom>
              <a:ln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  <p:sp>
            <p:nvSpPr>
              <p:cNvPr id="319" name="CustomShape 17"/>
              <p:cNvSpPr/>
              <p:nvPr/>
            </p:nvSpPr>
            <p:spPr>
              <a:xfrm>
                <a:off x="2244960" y="3108240"/>
                <a:ext cx="309960" cy="33948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>
                <a:spAutoFit/>
              </a:bodyPr>
              <a:lstStyle/>
              <a:p>
                <a:pPr algn="ctr">
                  <a:lnSpc>
                    <a:spcPct val="100000"/>
                  </a:lnSpc>
                  <a:tabLst>
                    <a:tab pos="0" algn="l"/>
                  </a:tabLst>
                </a:pPr>
                <a:r>
                  <a:rPr lang="en-GB" sz="1640" b="0" strike="noStrike" spc="-1">
                    <a:solidFill>
                      <a:srgbClr val="000000"/>
                    </a:solidFill>
                    <a:latin typeface="Calibri"/>
                    <a:ea typeface="DejaVu Sans"/>
                  </a:rPr>
                  <a:t>1</a:t>
                </a:r>
                <a:endParaRPr lang="en-GB" sz="1640" b="0" strike="noStrike" spc="-1">
                  <a:latin typeface="Arial"/>
                </a:endParaRPr>
              </a:p>
            </p:txBody>
          </p:sp>
          <p:sp>
            <p:nvSpPr>
              <p:cNvPr id="320" name="CustomShape 18"/>
              <p:cNvSpPr/>
              <p:nvPr/>
            </p:nvSpPr>
            <p:spPr>
              <a:xfrm>
                <a:off x="2244960" y="3382560"/>
                <a:ext cx="309960" cy="33948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>
                <a:spAutoFit/>
              </a:bodyPr>
              <a:lstStyle/>
              <a:p>
                <a:pPr algn="ctr">
                  <a:lnSpc>
                    <a:spcPct val="100000"/>
                  </a:lnSpc>
                  <a:tabLst>
                    <a:tab pos="0" algn="l"/>
                  </a:tabLst>
                </a:pPr>
                <a:r>
                  <a:rPr lang="en-GB" sz="1640" b="0" strike="noStrike" spc="-1">
                    <a:solidFill>
                      <a:srgbClr val="000000"/>
                    </a:solidFill>
                    <a:latin typeface="Calibri"/>
                    <a:ea typeface="DejaVu Sans"/>
                  </a:rPr>
                  <a:t>2</a:t>
                </a:r>
                <a:endParaRPr lang="en-GB" sz="1640" b="0" strike="noStrike" spc="-1">
                  <a:latin typeface="Arial"/>
                </a:endParaRPr>
              </a:p>
            </p:txBody>
          </p:sp>
          <p:sp>
            <p:nvSpPr>
              <p:cNvPr id="321" name="CustomShape 19"/>
              <p:cNvSpPr/>
              <p:nvPr/>
            </p:nvSpPr>
            <p:spPr>
              <a:xfrm>
                <a:off x="2244960" y="3656880"/>
                <a:ext cx="309960" cy="33948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>
                <a:spAutoFit/>
              </a:bodyPr>
              <a:lstStyle/>
              <a:p>
                <a:pPr algn="ctr">
                  <a:lnSpc>
                    <a:spcPct val="100000"/>
                  </a:lnSpc>
                  <a:tabLst>
                    <a:tab pos="0" algn="l"/>
                  </a:tabLst>
                </a:pPr>
                <a:r>
                  <a:rPr lang="en-GB" sz="1640" b="0" strike="noStrike" spc="-1">
                    <a:solidFill>
                      <a:srgbClr val="000000"/>
                    </a:solidFill>
                    <a:latin typeface="Calibri"/>
                    <a:ea typeface="DejaVu Sans"/>
                  </a:rPr>
                  <a:t>3</a:t>
                </a:r>
                <a:endParaRPr lang="en-GB" sz="1640" b="0" strike="noStrike" spc="-1">
                  <a:latin typeface="Arial"/>
                </a:endParaRPr>
              </a:p>
            </p:txBody>
          </p:sp>
        </p:grpSp>
        <p:sp>
          <p:nvSpPr>
            <p:cNvPr id="322" name="CustomShape 20"/>
            <p:cNvSpPr/>
            <p:nvPr/>
          </p:nvSpPr>
          <p:spPr>
            <a:xfrm>
              <a:off x="3205800" y="2847600"/>
              <a:ext cx="309960" cy="339480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>
              <a:sp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n-GB" sz="1640" b="0" strike="noStrike" spc="-1">
                  <a:solidFill>
                    <a:srgbClr val="000000"/>
                  </a:solidFill>
                  <a:latin typeface="Calibri"/>
                  <a:ea typeface="DejaVu Sans"/>
                </a:rPr>
                <a:t>3</a:t>
              </a:r>
              <a:endParaRPr lang="en-GB" sz="1640" b="0" strike="noStrike" spc="-1">
                <a:latin typeface="Arial"/>
              </a:endParaRPr>
            </a:p>
          </p:txBody>
        </p:sp>
        <p:sp>
          <p:nvSpPr>
            <p:cNvPr id="323" name="CustomShape 21"/>
            <p:cNvSpPr/>
            <p:nvPr/>
          </p:nvSpPr>
          <p:spPr>
            <a:xfrm>
              <a:off x="3515040" y="2847600"/>
              <a:ext cx="309960" cy="339480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>
              <a:sp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n-GB" sz="1640" b="0" strike="noStrike" spc="-1">
                  <a:solidFill>
                    <a:srgbClr val="000000"/>
                  </a:solidFill>
                  <a:latin typeface="Calibri"/>
                  <a:ea typeface="DejaVu Sans"/>
                </a:rPr>
                <a:t>4</a:t>
              </a:r>
              <a:endParaRPr lang="en-GB" sz="1640" b="0" strike="noStrike" spc="-1">
                <a:latin typeface="Arial"/>
              </a:endParaRPr>
            </a:p>
          </p:txBody>
        </p:sp>
      </p:grpSp>
      <p:sp>
        <p:nvSpPr>
          <p:cNvPr id="324" name="CustomShape 22"/>
          <p:cNvSpPr/>
          <p:nvPr/>
        </p:nvSpPr>
        <p:spPr>
          <a:xfrm>
            <a:off x="410040" y="3341160"/>
            <a:ext cx="1433880" cy="3394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GB" sz="1640" b="0" strike="noStrike" spc="-1">
                <a:solidFill>
                  <a:srgbClr val="000000"/>
                </a:solidFill>
                <a:latin typeface="Calibri"/>
                <a:ea typeface="DejaVu Sans"/>
              </a:rPr>
              <a:t>My_df</a:t>
            </a:r>
            <a:endParaRPr lang="en-GB" sz="1640" b="0" strike="noStrike" spc="-1">
              <a:latin typeface="Arial"/>
            </a:endParaRPr>
          </a:p>
        </p:txBody>
      </p:sp>
      <p:sp>
        <p:nvSpPr>
          <p:cNvPr id="325" name="CustomShape 23"/>
          <p:cNvSpPr/>
          <p:nvPr/>
        </p:nvSpPr>
        <p:spPr>
          <a:xfrm>
            <a:off x="2586240" y="3689640"/>
            <a:ext cx="1242000" cy="268560"/>
          </a:xfrm>
          <a:prstGeom prst="rect">
            <a:avLst/>
          </a:prstGeom>
          <a:solidFill>
            <a:srgbClr val="FFFFFF">
              <a:alpha val="75000"/>
            </a:srgbClr>
          </a:solidFill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326" name="CustomShape 24"/>
          <p:cNvSpPr/>
          <p:nvPr/>
        </p:nvSpPr>
        <p:spPr>
          <a:xfrm>
            <a:off x="4222800" y="3116520"/>
            <a:ext cx="1612080" cy="3394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GB" sz="1640" b="0" strike="noStrike" spc="-1">
                <a:solidFill>
                  <a:srgbClr val="31859C"/>
                </a:solidFill>
                <a:latin typeface="Courier New"/>
                <a:ea typeface="DejaVu Sans"/>
              </a:rPr>
              <a:t>My_df[3, ]</a:t>
            </a:r>
            <a:endParaRPr lang="en-GB" sz="1640" b="0" strike="noStrike" spc="-1">
              <a:latin typeface="Arial"/>
            </a:endParaRPr>
          </a:p>
        </p:txBody>
      </p:sp>
      <p:sp>
        <p:nvSpPr>
          <p:cNvPr id="327" name="CustomShape 25"/>
          <p:cNvSpPr/>
          <p:nvPr/>
        </p:nvSpPr>
        <p:spPr>
          <a:xfrm rot="5400000">
            <a:off x="2952000" y="3394080"/>
            <a:ext cx="807480" cy="310680"/>
          </a:xfrm>
          <a:prstGeom prst="rect">
            <a:avLst/>
          </a:prstGeom>
          <a:solidFill>
            <a:srgbClr val="FF0000">
              <a:alpha val="75000"/>
            </a:srgbClr>
          </a:solidFill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328" name="CustomShape 26"/>
          <p:cNvSpPr/>
          <p:nvPr/>
        </p:nvSpPr>
        <p:spPr>
          <a:xfrm>
            <a:off x="4222800" y="4188240"/>
            <a:ext cx="1612080" cy="3394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GB" sz="1640" b="0" strike="noStrike" spc="-1" dirty="0" err="1">
                <a:solidFill>
                  <a:srgbClr val="E46C0A"/>
                </a:solidFill>
                <a:latin typeface="Courier New"/>
                <a:ea typeface="DejaVu Sans"/>
              </a:rPr>
              <a:t>My_df</a:t>
            </a:r>
            <a:r>
              <a:rPr lang="en-GB" sz="1640" b="0" strike="noStrike" spc="-1" dirty="0">
                <a:solidFill>
                  <a:srgbClr val="E46C0A"/>
                </a:solidFill>
                <a:latin typeface="Courier New"/>
                <a:ea typeface="DejaVu Sans"/>
              </a:rPr>
              <a:t>[ , 3]</a:t>
            </a:r>
            <a:endParaRPr lang="en-GB" sz="1640" b="0" strike="noStrike" spc="-1" dirty="0">
              <a:latin typeface="Arial"/>
            </a:endParaRPr>
          </a:p>
        </p:txBody>
      </p:sp>
      <p:sp>
        <p:nvSpPr>
          <p:cNvPr id="329" name="CustomShape 27"/>
          <p:cNvSpPr/>
          <p:nvPr/>
        </p:nvSpPr>
        <p:spPr>
          <a:xfrm>
            <a:off x="457200" y="684000"/>
            <a:ext cx="8227800" cy="11437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GB" sz="4400" b="1" strike="noStrike" spc="-1">
                <a:solidFill>
                  <a:srgbClr val="000000"/>
                </a:solidFill>
                <a:latin typeface="Calibri"/>
                <a:ea typeface="DejaVu Sans"/>
              </a:rPr>
              <a:t>Subsetting R objects: data.frame</a:t>
            </a:r>
            <a:endParaRPr lang="en-GB" sz="4400" b="0" strike="noStrike" spc="-1">
              <a:latin typeface="Arial"/>
            </a:endParaRPr>
          </a:p>
        </p:txBody>
      </p:sp>
      <p:sp>
        <p:nvSpPr>
          <p:cNvPr id="330" name="CustomShape 28"/>
          <p:cNvSpPr/>
          <p:nvPr/>
        </p:nvSpPr>
        <p:spPr>
          <a:xfrm rot="16200000">
            <a:off x="2056680" y="2010600"/>
            <a:ext cx="1375200" cy="3639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GB" sz="1800" b="0" strike="noStrike" spc="-1">
                <a:solidFill>
                  <a:srgbClr val="000000"/>
                </a:solidFill>
                <a:latin typeface="Calibri"/>
                <a:ea typeface="DejaVu Sans"/>
              </a:rPr>
              <a:t>Gene_name</a:t>
            </a:r>
            <a:endParaRPr lang="en-GB" sz="1800" b="0" strike="noStrike" spc="-1">
              <a:latin typeface="Arial"/>
            </a:endParaRPr>
          </a:p>
        </p:txBody>
      </p:sp>
      <p:sp>
        <p:nvSpPr>
          <p:cNvPr id="331" name="CustomShape 29"/>
          <p:cNvSpPr/>
          <p:nvPr/>
        </p:nvSpPr>
        <p:spPr>
          <a:xfrm rot="16200000">
            <a:off x="2522160" y="2168640"/>
            <a:ext cx="1059120" cy="3639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GB" sz="1800" b="0" strike="noStrike" spc="-1">
                <a:solidFill>
                  <a:srgbClr val="000000"/>
                </a:solidFill>
                <a:latin typeface="Calibri"/>
                <a:ea typeface="DejaVu Sans"/>
              </a:rPr>
              <a:t>Gene_id</a:t>
            </a:r>
            <a:endParaRPr lang="en-GB" sz="1800" b="0" strike="noStrike" spc="-1">
              <a:latin typeface="Arial"/>
            </a:endParaRPr>
          </a:p>
        </p:txBody>
      </p:sp>
      <p:sp>
        <p:nvSpPr>
          <p:cNvPr id="332" name="CustomShape 30"/>
          <p:cNvSpPr/>
          <p:nvPr/>
        </p:nvSpPr>
        <p:spPr>
          <a:xfrm rot="16200000">
            <a:off x="2662920" y="2010600"/>
            <a:ext cx="1375200" cy="3639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GB" sz="1800" b="0" strike="noStrike" spc="-1">
                <a:solidFill>
                  <a:srgbClr val="000000"/>
                </a:solidFill>
                <a:latin typeface="Calibri"/>
                <a:ea typeface="DejaVu Sans"/>
              </a:rPr>
              <a:t>Gene_count</a:t>
            </a:r>
            <a:endParaRPr lang="en-GB" sz="1800" b="0" strike="noStrike" spc="-1">
              <a:latin typeface="Arial"/>
            </a:endParaRPr>
          </a:p>
        </p:txBody>
      </p:sp>
      <p:sp>
        <p:nvSpPr>
          <p:cNvPr id="333" name="CustomShape 31"/>
          <p:cNvSpPr/>
          <p:nvPr/>
        </p:nvSpPr>
        <p:spPr>
          <a:xfrm rot="16200000">
            <a:off x="2862720" y="1892160"/>
            <a:ext cx="1612080" cy="3639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GB" sz="1800" b="0" strike="noStrike" spc="-1">
                <a:solidFill>
                  <a:srgbClr val="000000"/>
                </a:solidFill>
                <a:latin typeface="Calibri"/>
                <a:ea typeface="DejaVu Sans"/>
              </a:rPr>
              <a:t>Alt_name</a:t>
            </a:r>
            <a:endParaRPr lang="en-GB" sz="1800" b="0" strike="noStrike" spc="-1">
              <a:latin typeface="Arial"/>
            </a:endParaRPr>
          </a:p>
        </p:txBody>
      </p:sp>
      <p:sp>
        <p:nvSpPr>
          <p:cNvPr id="334" name="CustomShape 32"/>
          <p:cNvSpPr/>
          <p:nvPr/>
        </p:nvSpPr>
        <p:spPr>
          <a:xfrm>
            <a:off x="1558080" y="3085560"/>
            <a:ext cx="463680" cy="3639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GB" sz="1800" b="0" strike="noStrike" spc="-1">
                <a:solidFill>
                  <a:srgbClr val="000000"/>
                </a:solidFill>
                <a:latin typeface="Calibri"/>
                <a:ea typeface="DejaVu Sans"/>
              </a:rPr>
              <a:t>S1</a:t>
            </a:r>
            <a:endParaRPr lang="en-GB" sz="1800" b="0" strike="noStrike" spc="-1">
              <a:latin typeface="Arial"/>
            </a:endParaRPr>
          </a:p>
        </p:txBody>
      </p:sp>
      <p:sp>
        <p:nvSpPr>
          <p:cNvPr id="335" name="CustomShape 33"/>
          <p:cNvSpPr/>
          <p:nvPr/>
        </p:nvSpPr>
        <p:spPr>
          <a:xfrm>
            <a:off x="1558080" y="3368160"/>
            <a:ext cx="463680" cy="3639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GB" sz="1800" b="0" strike="noStrike" spc="-1">
                <a:solidFill>
                  <a:srgbClr val="000000"/>
                </a:solidFill>
                <a:latin typeface="Calibri"/>
                <a:ea typeface="DejaVu Sans"/>
              </a:rPr>
              <a:t>S2</a:t>
            </a:r>
            <a:endParaRPr lang="en-GB" sz="1800" b="0" strike="noStrike" spc="-1">
              <a:latin typeface="Arial"/>
            </a:endParaRPr>
          </a:p>
        </p:txBody>
      </p:sp>
      <p:sp>
        <p:nvSpPr>
          <p:cNvPr id="336" name="CustomShape 34"/>
          <p:cNvSpPr/>
          <p:nvPr/>
        </p:nvSpPr>
        <p:spPr>
          <a:xfrm>
            <a:off x="1558080" y="3642480"/>
            <a:ext cx="463680" cy="3639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GB" sz="1800" b="0" strike="noStrike" spc="-1">
                <a:solidFill>
                  <a:srgbClr val="000000"/>
                </a:solidFill>
                <a:latin typeface="Calibri"/>
                <a:ea typeface="DejaVu Sans"/>
              </a:rPr>
              <a:t>S3</a:t>
            </a:r>
            <a:endParaRPr lang="en-GB" sz="1800" b="0" strike="noStrike" spc="-1">
              <a:latin typeface="Arial"/>
            </a:endParaRPr>
          </a:p>
        </p:txBody>
      </p:sp>
      <p:sp>
        <p:nvSpPr>
          <p:cNvPr id="337" name="CustomShape 35"/>
          <p:cNvSpPr/>
          <p:nvPr/>
        </p:nvSpPr>
        <p:spPr>
          <a:xfrm>
            <a:off x="708840" y="2004120"/>
            <a:ext cx="1723320" cy="486720"/>
          </a:xfrm>
          <a:prstGeom prst="rightArrow">
            <a:avLst>
              <a:gd name="adj1" fmla="val 50000"/>
              <a:gd name="adj2" fmla="val 50000"/>
            </a:avLst>
          </a:prstGeom>
          <a:ln>
            <a:round/>
          </a:ln>
          <a:effectLst>
            <a:outerShdw blurRad="40000" dist="20160" dir="5400000" rotWithShape="0">
              <a:srgbClr val="000000">
                <a:alpha val="38000"/>
              </a:srgbClr>
            </a:outerShdw>
          </a:effectLst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GB" sz="1800" b="0" strike="noStrike" spc="-1">
                <a:solidFill>
                  <a:srgbClr val="FFFFFF"/>
                </a:solidFill>
                <a:latin typeface="Calibri"/>
                <a:ea typeface="DejaVu Sans"/>
              </a:rPr>
              <a:t>Column names</a:t>
            </a:r>
            <a:endParaRPr lang="en-GB" sz="1800" b="0" strike="noStrike" spc="-1">
              <a:latin typeface="Arial"/>
            </a:endParaRPr>
          </a:p>
        </p:txBody>
      </p:sp>
      <p:sp>
        <p:nvSpPr>
          <p:cNvPr id="338" name="CustomShape 36"/>
          <p:cNvSpPr/>
          <p:nvPr/>
        </p:nvSpPr>
        <p:spPr>
          <a:xfrm>
            <a:off x="1108800" y="2511720"/>
            <a:ext cx="1226520" cy="486720"/>
          </a:xfrm>
          <a:prstGeom prst="downArrow">
            <a:avLst>
              <a:gd name="adj1" fmla="val 50000"/>
              <a:gd name="adj2" fmla="val 50000"/>
            </a:avLst>
          </a:prstGeom>
          <a:ln>
            <a:round/>
          </a:ln>
          <a:effectLst>
            <a:outerShdw blurRad="40000" dist="20160" dir="5400000" rotWithShape="0">
              <a:srgbClr val="000000">
                <a:alpha val="38000"/>
              </a:srgbClr>
            </a:outerShdw>
          </a:effectLst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GB" sz="1200" b="0" strike="noStrike" spc="-1">
                <a:solidFill>
                  <a:srgbClr val="FFFFFF"/>
                </a:solidFill>
                <a:latin typeface="Calibri"/>
                <a:ea typeface="DejaVu Sans"/>
              </a:rPr>
              <a:t>Row </a:t>
            </a:r>
            <a:endParaRPr lang="en-GB" sz="1200" b="0" strike="noStrike" spc="-1">
              <a:latin typeface="Arial"/>
            </a:endParaRPr>
          </a:p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GB" sz="1200" b="0" strike="noStrike" spc="-1">
                <a:solidFill>
                  <a:srgbClr val="FFFFFF"/>
                </a:solidFill>
                <a:latin typeface="Calibri"/>
                <a:ea typeface="DejaVu Sans"/>
              </a:rPr>
              <a:t>names</a:t>
            </a:r>
            <a:endParaRPr lang="en-GB" sz="1200" b="0" strike="noStrike" spc="-1">
              <a:latin typeface="Arial"/>
            </a:endParaRPr>
          </a:p>
        </p:txBody>
      </p:sp>
      <p:sp>
        <p:nvSpPr>
          <p:cNvPr id="339" name="CustomShape 37"/>
          <p:cNvSpPr/>
          <p:nvPr/>
        </p:nvSpPr>
        <p:spPr>
          <a:xfrm>
            <a:off x="4222800" y="3454920"/>
            <a:ext cx="1814040" cy="3394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GB" sz="1640" b="0" strike="noStrike" spc="-1">
                <a:solidFill>
                  <a:srgbClr val="31859C"/>
                </a:solidFill>
                <a:latin typeface="Courier New"/>
                <a:ea typeface="DejaVu Sans"/>
              </a:rPr>
              <a:t>My_df[“S3”, ]</a:t>
            </a:r>
            <a:endParaRPr lang="en-GB" sz="1640" b="0" strike="noStrike" spc="-1">
              <a:latin typeface="Arial"/>
            </a:endParaRPr>
          </a:p>
        </p:txBody>
      </p:sp>
      <p:sp>
        <p:nvSpPr>
          <p:cNvPr id="340" name="CustomShape 38"/>
          <p:cNvSpPr/>
          <p:nvPr/>
        </p:nvSpPr>
        <p:spPr>
          <a:xfrm>
            <a:off x="4222800" y="4532040"/>
            <a:ext cx="3100680" cy="3394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GB" sz="1640" b="0" strike="noStrike" spc="-1">
                <a:solidFill>
                  <a:srgbClr val="E46C0A"/>
                </a:solidFill>
                <a:latin typeface="Courier New"/>
                <a:ea typeface="DejaVu Sans"/>
              </a:rPr>
              <a:t>My_df[ , “Gene_count”]</a:t>
            </a:r>
            <a:endParaRPr lang="en-GB" sz="1640" b="0" strike="noStrike" spc="-1">
              <a:latin typeface="Arial"/>
            </a:endParaRPr>
          </a:p>
        </p:txBody>
      </p:sp>
      <p:sp>
        <p:nvSpPr>
          <p:cNvPr id="341" name="CustomShape 39"/>
          <p:cNvSpPr/>
          <p:nvPr/>
        </p:nvSpPr>
        <p:spPr>
          <a:xfrm>
            <a:off x="4222799" y="4875480"/>
            <a:ext cx="2688639" cy="34325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GB" sz="1640" b="0" strike="noStrike" spc="-1" dirty="0" err="1">
                <a:solidFill>
                  <a:srgbClr val="E46C0A"/>
                </a:solidFill>
                <a:latin typeface="Courier New"/>
                <a:ea typeface="DejaVu Sans"/>
              </a:rPr>
              <a:t>My_df$</a:t>
            </a:r>
            <a:r>
              <a:rPr lang="en-GB" sz="1640" spc="-1" dirty="0" err="1">
                <a:solidFill>
                  <a:srgbClr val="E46C0A"/>
                </a:solidFill>
                <a:latin typeface="Courier New"/>
                <a:ea typeface="DejaVu Sans"/>
              </a:rPr>
              <a:t>Gene_count</a:t>
            </a:r>
            <a:endParaRPr lang="en-GB" sz="1640" b="0" strike="noStrike" spc="-1" dirty="0">
              <a:latin typeface="Arial"/>
            </a:endParaRPr>
          </a:p>
        </p:txBody>
      </p:sp>
      <p:sp>
        <p:nvSpPr>
          <p:cNvPr id="342" name="CustomShape 40"/>
          <p:cNvSpPr/>
          <p:nvPr/>
        </p:nvSpPr>
        <p:spPr>
          <a:xfrm>
            <a:off x="4222800" y="5218200"/>
            <a:ext cx="2900880" cy="3394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GB" sz="1640" b="0" strike="noStrike" spc="-1">
                <a:solidFill>
                  <a:srgbClr val="E46C0A"/>
                </a:solidFill>
                <a:latin typeface="Courier New"/>
                <a:ea typeface="DejaVu Sans"/>
              </a:rPr>
              <a:t>My_df[[“Gene_count”]]</a:t>
            </a:r>
            <a:endParaRPr lang="en-GB" sz="1640" b="0" strike="noStrike" spc="-1">
              <a:latin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CustomShape 1"/>
          <p:cNvSpPr/>
          <p:nvPr/>
        </p:nvSpPr>
        <p:spPr>
          <a:xfrm>
            <a:off x="1521360" y="2053080"/>
            <a:ext cx="329760" cy="3394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GB" sz="1640" b="0" strike="noStrike" spc="-1">
                <a:solidFill>
                  <a:srgbClr val="000000"/>
                </a:solidFill>
                <a:latin typeface="Calibri"/>
                <a:ea typeface="DejaVu Sans"/>
              </a:rPr>
              <a:t>1</a:t>
            </a:r>
            <a:endParaRPr lang="en-GB" sz="1640" b="0" strike="noStrike" spc="-1">
              <a:latin typeface="Arial"/>
            </a:endParaRPr>
          </a:p>
        </p:txBody>
      </p:sp>
      <p:sp>
        <p:nvSpPr>
          <p:cNvPr id="344" name="CustomShape 2"/>
          <p:cNvSpPr/>
          <p:nvPr/>
        </p:nvSpPr>
        <p:spPr>
          <a:xfrm>
            <a:off x="1848600" y="2053080"/>
            <a:ext cx="309960" cy="3394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GB" sz="1640" b="0" strike="noStrike" spc="-1">
                <a:solidFill>
                  <a:srgbClr val="000000"/>
                </a:solidFill>
                <a:latin typeface="Calibri"/>
                <a:ea typeface="DejaVu Sans"/>
              </a:rPr>
              <a:t>2</a:t>
            </a:r>
            <a:endParaRPr lang="en-GB" sz="1640" b="0" strike="noStrike" spc="-1">
              <a:latin typeface="Arial"/>
            </a:endParaRPr>
          </a:p>
        </p:txBody>
      </p:sp>
      <p:sp>
        <p:nvSpPr>
          <p:cNvPr id="345" name="CustomShape 3"/>
          <p:cNvSpPr/>
          <p:nvPr/>
        </p:nvSpPr>
        <p:spPr>
          <a:xfrm>
            <a:off x="1537560" y="2351160"/>
            <a:ext cx="309960" cy="268560"/>
          </a:xfrm>
          <a:prstGeom prst="rect">
            <a:avLst/>
          </a:prstGeom>
          <a:ln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346" name="CustomShape 4"/>
          <p:cNvSpPr/>
          <p:nvPr/>
        </p:nvSpPr>
        <p:spPr>
          <a:xfrm>
            <a:off x="1848600" y="2351160"/>
            <a:ext cx="309960" cy="268560"/>
          </a:xfrm>
          <a:prstGeom prst="rect">
            <a:avLst/>
          </a:prstGeom>
          <a:solidFill>
            <a:srgbClr val="FFFF00"/>
          </a:solidFill>
          <a:ln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347" name="CustomShape 5"/>
          <p:cNvSpPr/>
          <p:nvPr/>
        </p:nvSpPr>
        <p:spPr>
          <a:xfrm>
            <a:off x="2154600" y="2351160"/>
            <a:ext cx="309960" cy="268560"/>
          </a:xfrm>
          <a:prstGeom prst="rect">
            <a:avLst/>
          </a:prstGeom>
          <a:ln>
            <a:round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348" name="CustomShape 6"/>
          <p:cNvSpPr/>
          <p:nvPr/>
        </p:nvSpPr>
        <p:spPr>
          <a:xfrm>
            <a:off x="1537560" y="2620800"/>
            <a:ext cx="309960" cy="26856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349" name="CustomShape 7"/>
          <p:cNvSpPr/>
          <p:nvPr/>
        </p:nvSpPr>
        <p:spPr>
          <a:xfrm>
            <a:off x="1848600" y="2620800"/>
            <a:ext cx="309960" cy="268560"/>
          </a:xfrm>
          <a:prstGeom prst="rect">
            <a:avLst/>
          </a:prstGeom>
          <a:solidFill>
            <a:srgbClr val="FFFFCC"/>
          </a:solidFill>
          <a:ln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350" name="CustomShape 8"/>
          <p:cNvSpPr/>
          <p:nvPr/>
        </p:nvSpPr>
        <p:spPr>
          <a:xfrm>
            <a:off x="2154600" y="2620800"/>
            <a:ext cx="309960" cy="268560"/>
          </a:xfrm>
          <a:prstGeom prst="rect">
            <a:avLst/>
          </a:prstGeom>
          <a:ln>
            <a:round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351" name="CustomShape 9"/>
          <p:cNvSpPr/>
          <p:nvPr/>
        </p:nvSpPr>
        <p:spPr>
          <a:xfrm>
            <a:off x="1537560" y="2890440"/>
            <a:ext cx="309960" cy="26856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352" name="CustomShape 10"/>
          <p:cNvSpPr/>
          <p:nvPr/>
        </p:nvSpPr>
        <p:spPr>
          <a:xfrm>
            <a:off x="1848600" y="2890440"/>
            <a:ext cx="309960" cy="268560"/>
          </a:xfrm>
          <a:prstGeom prst="rect">
            <a:avLst/>
          </a:prstGeom>
          <a:solidFill>
            <a:srgbClr val="FFFFFF"/>
          </a:solidFill>
          <a:ln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353" name="CustomShape 11"/>
          <p:cNvSpPr/>
          <p:nvPr/>
        </p:nvSpPr>
        <p:spPr>
          <a:xfrm>
            <a:off x="2154600" y="2890440"/>
            <a:ext cx="309960" cy="268560"/>
          </a:xfrm>
          <a:prstGeom prst="rect">
            <a:avLst/>
          </a:prstGeom>
          <a:ln>
            <a:round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354" name="CustomShape 12"/>
          <p:cNvSpPr/>
          <p:nvPr/>
        </p:nvSpPr>
        <p:spPr>
          <a:xfrm>
            <a:off x="1193760" y="2313720"/>
            <a:ext cx="309960" cy="3394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GB" sz="1640" b="0" strike="noStrike" spc="-1">
                <a:solidFill>
                  <a:srgbClr val="000000"/>
                </a:solidFill>
                <a:latin typeface="Calibri"/>
                <a:ea typeface="DejaVu Sans"/>
              </a:rPr>
              <a:t>1</a:t>
            </a:r>
            <a:endParaRPr lang="en-GB" sz="1640" b="0" strike="noStrike" spc="-1">
              <a:latin typeface="Arial"/>
            </a:endParaRPr>
          </a:p>
        </p:txBody>
      </p:sp>
      <p:sp>
        <p:nvSpPr>
          <p:cNvPr id="355" name="CustomShape 13"/>
          <p:cNvSpPr/>
          <p:nvPr/>
        </p:nvSpPr>
        <p:spPr>
          <a:xfrm>
            <a:off x="1193760" y="2588040"/>
            <a:ext cx="309960" cy="3394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GB" sz="1640" b="0" strike="noStrike" spc="-1">
                <a:solidFill>
                  <a:srgbClr val="000000"/>
                </a:solidFill>
                <a:latin typeface="Calibri"/>
                <a:ea typeface="DejaVu Sans"/>
              </a:rPr>
              <a:t>2</a:t>
            </a:r>
            <a:endParaRPr lang="en-GB" sz="1640" b="0" strike="noStrike" spc="-1">
              <a:latin typeface="Arial"/>
            </a:endParaRPr>
          </a:p>
        </p:txBody>
      </p:sp>
      <p:sp>
        <p:nvSpPr>
          <p:cNvPr id="356" name="CustomShape 14"/>
          <p:cNvSpPr/>
          <p:nvPr/>
        </p:nvSpPr>
        <p:spPr>
          <a:xfrm>
            <a:off x="1193760" y="2862360"/>
            <a:ext cx="309960" cy="3394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GB" sz="1640" b="0" strike="noStrike" spc="-1">
                <a:solidFill>
                  <a:srgbClr val="000000"/>
                </a:solidFill>
                <a:latin typeface="Calibri"/>
                <a:ea typeface="DejaVu Sans"/>
              </a:rPr>
              <a:t>3</a:t>
            </a:r>
            <a:endParaRPr lang="en-GB" sz="1640" b="0" strike="noStrike" spc="-1">
              <a:latin typeface="Arial"/>
            </a:endParaRPr>
          </a:p>
        </p:txBody>
      </p:sp>
      <p:sp>
        <p:nvSpPr>
          <p:cNvPr id="357" name="CustomShape 15"/>
          <p:cNvSpPr/>
          <p:nvPr/>
        </p:nvSpPr>
        <p:spPr>
          <a:xfrm>
            <a:off x="2154600" y="2053080"/>
            <a:ext cx="309960" cy="3394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GB" sz="1640" b="0" strike="noStrike" spc="-1">
                <a:solidFill>
                  <a:srgbClr val="000000"/>
                </a:solidFill>
                <a:latin typeface="Calibri"/>
                <a:ea typeface="DejaVu Sans"/>
              </a:rPr>
              <a:t>3</a:t>
            </a:r>
            <a:endParaRPr lang="en-GB" sz="1640" b="0" strike="noStrike" spc="-1">
              <a:latin typeface="Arial"/>
            </a:endParaRPr>
          </a:p>
        </p:txBody>
      </p:sp>
      <p:sp>
        <p:nvSpPr>
          <p:cNvPr id="358" name="CustomShape 16"/>
          <p:cNvSpPr/>
          <p:nvPr/>
        </p:nvSpPr>
        <p:spPr>
          <a:xfrm>
            <a:off x="457200" y="684000"/>
            <a:ext cx="8227800" cy="11437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GB" sz="4400" b="1" strike="noStrike" spc="-1">
                <a:solidFill>
                  <a:srgbClr val="000000"/>
                </a:solidFill>
                <a:latin typeface="Calibri"/>
                <a:ea typeface="DejaVu Sans"/>
              </a:rPr>
              <a:t>Adding rows or columns to a data.frame</a:t>
            </a:r>
            <a:endParaRPr lang="en-GB" sz="4400" b="0" strike="noStrike" spc="-1">
              <a:latin typeface="Arial"/>
            </a:endParaRPr>
          </a:p>
        </p:txBody>
      </p:sp>
      <p:sp>
        <p:nvSpPr>
          <p:cNvPr id="359" name="CustomShape 17"/>
          <p:cNvSpPr/>
          <p:nvPr/>
        </p:nvSpPr>
        <p:spPr>
          <a:xfrm>
            <a:off x="457200" y="2588040"/>
            <a:ext cx="496080" cy="3639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n-GB" sz="1800" b="0" strike="noStrike" spc="-1">
                <a:solidFill>
                  <a:srgbClr val="000000"/>
                </a:solidFill>
                <a:latin typeface="Calibri"/>
                <a:ea typeface="DejaVu Sans"/>
              </a:rPr>
              <a:t>df1</a:t>
            </a:r>
            <a:endParaRPr lang="en-GB" sz="1800" b="0" strike="noStrike" spc="-1">
              <a:latin typeface="Arial"/>
            </a:endParaRPr>
          </a:p>
        </p:txBody>
      </p:sp>
      <p:sp>
        <p:nvSpPr>
          <p:cNvPr id="360" name="CustomShape 18"/>
          <p:cNvSpPr/>
          <p:nvPr/>
        </p:nvSpPr>
        <p:spPr>
          <a:xfrm>
            <a:off x="8441640" y="2318400"/>
            <a:ext cx="309960" cy="26856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1"/>
            </a:solidFill>
            <a:round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361" name="CustomShape 19"/>
          <p:cNvSpPr/>
          <p:nvPr/>
        </p:nvSpPr>
        <p:spPr>
          <a:xfrm>
            <a:off x="8441640" y="2588040"/>
            <a:ext cx="309960" cy="26856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1"/>
            </a:solidFill>
            <a:round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362" name="CustomShape 20"/>
          <p:cNvSpPr/>
          <p:nvPr/>
        </p:nvSpPr>
        <p:spPr>
          <a:xfrm>
            <a:off x="8441640" y="2857680"/>
            <a:ext cx="309960" cy="26856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1"/>
            </a:solidFill>
            <a:round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363" name="CustomShape 21"/>
          <p:cNvSpPr/>
          <p:nvPr/>
        </p:nvSpPr>
        <p:spPr>
          <a:xfrm>
            <a:off x="1541160" y="3698280"/>
            <a:ext cx="309960" cy="26856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364" name="CustomShape 22"/>
          <p:cNvSpPr/>
          <p:nvPr/>
        </p:nvSpPr>
        <p:spPr>
          <a:xfrm>
            <a:off x="1852200" y="3698280"/>
            <a:ext cx="309960" cy="268560"/>
          </a:xfrm>
          <a:prstGeom prst="rect">
            <a:avLst/>
          </a:prstGeom>
          <a:solidFill>
            <a:srgbClr val="FFFFFF"/>
          </a:solidFill>
          <a:ln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365" name="CustomShape 23"/>
          <p:cNvSpPr/>
          <p:nvPr/>
        </p:nvSpPr>
        <p:spPr>
          <a:xfrm>
            <a:off x="2158560" y="3698280"/>
            <a:ext cx="309960" cy="268560"/>
          </a:xfrm>
          <a:prstGeom prst="rect">
            <a:avLst/>
          </a:prstGeom>
          <a:ln>
            <a:round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366" name="CustomShape 24"/>
          <p:cNvSpPr/>
          <p:nvPr/>
        </p:nvSpPr>
        <p:spPr>
          <a:xfrm>
            <a:off x="2682000" y="3641400"/>
            <a:ext cx="2347560" cy="3639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GB" sz="1800" b="0" strike="noStrike" spc="-1">
                <a:solidFill>
                  <a:srgbClr val="000000"/>
                </a:solidFill>
                <a:latin typeface="Courier New"/>
                <a:ea typeface="DejaVu Sans"/>
              </a:rPr>
              <a:t>rbind(df1,vec1) </a:t>
            </a:r>
            <a:endParaRPr lang="en-GB" sz="1800" b="0" strike="noStrike" spc="-1">
              <a:latin typeface="Arial"/>
            </a:endParaRPr>
          </a:p>
        </p:txBody>
      </p:sp>
      <p:sp>
        <p:nvSpPr>
          <p:cNvPr id="367" name="CustomShape 25"/>
          <p:cNvSpPr/>
          <p:nvPr/>
        </p:nvSpPr>
        <p:spPr>
          <a:xfrm>
            <a:off x="457200" y="3642480"/>
            <a:ext cx="649080" cy="3639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n-GB" sz="1800" b="0" strike="noStrike" spc="-1">
                <a:solidFill>
                  <a:srgbClr val="000000"/>
                </a:solidFill>
                <a:latin typeface="Calibri"/>
                <a:ea typeface="DejaVu Sans"/>
              </a:rPr>
              <a:t>vec1</a:t>
            </a:r>
            <a:endParaRPr lang="en-GB" sz="1800" b="0" strike="noStrike" spc="-1">
              <a:latin typeface="Arial"/>
            </a:endParaRPr>
          </a:p>
        </p:txBody>
      </p:sp>
      <p:sp>
        <p:nvSpPr>
          <p:cNvPr id="368" name="CustomShape 26"/>
          <p:cNvSpPr/>
          <p:nvPr/>
        </p:nvSpPr>
        <p:spPr>
          <a:xfrm>
            <a:off x="3223080" y="2053080"/>
            <a:ext cx="329760" cy="3394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GB" sz="1640" b="0" strike="noStrike" spc="-1">
                <a:solidFill>
                  <a:srgbClr val="000000"/>
                </a:solidFill>
                <a:latin typeface="Calibri"/>
                <a:ea typeface="DejaVu Sans"/>
              </a:rPr>
              <a:t>1</a:t>
            </a:r>
            <a:endParaRPr lang="en-GB" sz="1640" b="0" strike="noStrike" spc="-1">
              <a:latin typeface="Arial"/>
            </a:endParaRPr>
          </a:p>
        </p:txBody>
      </p:sp>
      <p:sp>
        <p:nvSpPr>
          <p:cNvPr id="369" name="CustomShape 27"/>
          <p:cNvSpPr/>
          <p:nvPr/>
        </p:nvSpPr>
        <p:spPr>
          <a:xfrm>
            <a:off x="3550320" y="2053080"/>
            <a:ext cx="309960" cy="3394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GB" sz="1640" b="0" strike="noStrike" spc="-1">
                <a:solidFill>
                  <a:srgbClr val="000000"/>
                </a:solidFill>
                <a:latin typeface="Calibri"/>
                <a:ea typeface="DejaVu Sans"/>
              </a:rPr>
              <a:t>2</a:t>
            </a:r>
            <a:endParaRPr lang="en-GB" sz="1640" b="0" strike="noStrike" spc="-1">
              <a:latin typeface="Arial"/>
            </a:endParaRPr>
          </a:p>
        </p:txBody>
      </p:sp>
      <p:sp>
        <p:nvSpPr>
          <p:cNvPr id="370" name="CustomShape 28"/>
          <p:cNvSpPr/>
          <p:nvPr/>
        </p:nvSpPr>
        <p:spPr>
          <a:xfrm>
            <a:off x="3239280" y="2351160"/>
            <a:ext cx="309960" cy="268560"/>
          </a:xfrm>
          <a:prstGeom prst="rect">
            <a:avLst/>
          </a:prstGeom>
          <a:ln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371" name="CustomShape 29"/>
          <p:cNvSpPr/>
          <p:nvPr/>
        </p:nvSpPr>
        <p:spPr>
          <a:xfrm>
            <a:off x="3550320" y="2351160"/>
            <a:ext cx="309960" cy="268560"/>
          </a:xfrm>
          <a:prstGeom prst="rect">
            <a:avLst/>
          </a:prstGeom>
          <a:solidFill>
            <a:srgbClr val="FFFF00"/>
          </a:solidFill>
          <a:ln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372" name="CustomShape 30"/>
          <p:cNvSpPr/>
          <p:nvPr/>
        </p:nvSpPr>
        <p:spPr>
          <a:xfrm>
            <a:off x="3856320" y="2351160"/>
            <a:ext cx="309960" cy="268560"/>
          </a:xfrm>
          <a:prstGeom prst="rect">
            <a:avLst/>
          </a:prstGeom>
          <a:ln>
            <a:round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373" name="CustomShape 31"/>
          <p:cNvSpPr/>
          <p:nvPr/>
        </p:nvSpPr>
        <p:spPr>
          <a:xfrm>
            <a:off x="3239280" y="2620800"/>
            <a:ext cx="309960" cy="26856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374" name="CustomShape 32"/>
          <p:cNvSpPr/>
          <p:nvPr/>
        </p:nvSpPr>
        <p:spPr>
          <a:xfrm>
            <a:off x="3550320" y="2620800"/>
            <a:ext cx="309960" cy="268560"/>
          </a:xfrm>
          <a:prstGeom prst="rect">
            <a:avLst/>
          </a:prstGeom>
          <a:solidFill>
            <a:srgbClr val="FFFFCC"/>
          </a:solidFill>
          <a:ln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375" name="CustomShape 33"/>
          <p:cNvSpPr/>
          <p:nvPr/>
        </p:nvSpPr>
        <p:spPr>
          <a:xfrm>
            <a:off x="3856320" y="2620800"/>
            <a:ext cx="309960" cy="268560"/>
          </a:xfrm>
          <a:prstGeom prst="rect">
            <a:avLst/>
          </a:prstGeom>
          <a:ln>
            <a:round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376" name="CustomShape 34"/>
          <p:cNvSpPr/>
          <p:nvPr/>
        </p:nvSpPr>
        <p:spPr>
          <a:xfrm>
            <a:off x="3239280" y="2890440"/>
            <a:ext cx="309960" cy="26856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377" name="CustomShape 35"/>
          <p:cNvSpPr/>
          <p:nvPr/>
        </p:nvSpPr>
        <p:spPr>
          <a:xfrm>
            <a:off x="3550320" y="2890440"/>
            <a:ext cx="309960" cy="268560"/>
          </a:xfrm>
          <a:prstGeom prst="rect">
            <a:avLst/>
          </a:prstGeom>
          <a:solidFill>
            <a:srgbClr val="FFFFFF"/>
          </a:solidFill>
          <a:ln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378" name="CustomShape 36"/>
          <p:cNvSpPr/>
          <p:nvPr/>
        </p:nvSpPr>
        <p:spPr>
          <a:xfrm>
            <a:off x="3856320" y="2890440"/>
            <a:ext cx="309960" cy="268560"/>
          </a:xfrm>
          <a:prstGeom prst="rect">
            <a:avLst/>
          </a:prstGeom>
          <a:ln>
            <a:round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379" name="CustomShape 37"/>
          <p:cNvSpPr/>
          <p:nvPr/>
        </p:nvSpPr>
        <p:spPr>
          <a:xfrm>
            <a:off x="2895840" y="2313720"/>
            <a:ext cx="309960" cy="3394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GB" sz="1640" b="0" strike="noStrike" spc="-1">
                <a:solidFill>
                  <a:srgbClr val="000000"/>
                </a:solidFill>
                <a:latin typeface="Calibri"/>
                <a:ea typeface="DejaVu Sans"/>
              </a:rPr>
              <a:t>1</a:t>
            </a:r>
            <a:endParaRPr lang="en-GB" sz="1640" b="0" strike="noStrike" spc="-1">
              <a:latin typeface="Arial"/>
            </a:endParaRPr>
          </a:p>
        </p:txBody>
      </p:sp>
      <p:sp>
        <p:nvSpPr>
          <p:cNvPr id="380" name="CustomShape 38"/>
          <p:cNvSpPr/>
          <p:nvPr/>
        </p:nvSpPr>
        <p:spPr>
          <a:xfrm>
            <a:off x="2895840" y="2588040"/>
            <a:ext cx="309960" cy="3394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GB" sz="1640" b="0" strike="noStrike" spc="-1">
                <a:solidFill>
                  <a:srgbClr val="000000"/>
                </a:solidFill>
                <a:latin typeface="Calibri"/>
                <a:ea typeface="DejaVu Sans"/>
              </a:rPr>
              <a:t>2</a:t>
            </a:r>
            <a:endParaRPr lang="en-GB" sz="1640" b="0" strike="noStrike" spc="-1">
              <a:latin typeface="Arial"/>
            </a:endParaRPr>
          </a:p>
        </p:txBody>
      </p:sp>
      <p:sp>
        <p:nvSpPr>
          <p:cNvPr id="381" name="CustomShape 39"/>
          <p:cNvSpPr/>
          <p:nvPr/>
        </p:nvSpPr>
        <p:spPr>
          <a:xfrm>
            <a:off x="2895840" y="2862360"/>
            <a:ext cx="309960" cy="3394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GB" sz="1640" b="0" strike="noStrike" spc="-1">
                <a:solidFill>
                  <a:srgbClr val="000000"/>
                </a:solidFill>
                <a:latin typeface="Calibri"/>
                <a:ea typeface="DejaVu Sans"/>
              </a:rPr>
              <a:t>3</a:t>
            </a:r>
            <a:endParaRPr lang="en-GB" sz="1640" b="0" strike="noStrike" spc="-1">
              <a:latin typeface="Arial"/>
            </a:endParaRPr>
          </a:p>
        </p:txBody>
      </p:sp>
      <p:sp>
        <p:nvSpPr>
          <p:cNvPr id="382" name="CustomShape 40"/>
          <p:cNvSpPr/>
          <p:nvPr/>
        </p:nvSpPr>
        <p:spPr>
          <a:xfrm>
            <a:off x="3856320" y="2053080"/>
            <a:ext cx="309960" cy="3394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GB" sz="1640" b="0" strike="noStrike" spc="-1">
                <a:solidFill>
                  <a:srgbClr val="000000"/>
                </a:solidFill>
                <a:latin typeface="Calibri"/>
                <a:ea typeface="DejaVu Sans"/>
              </a:rPr>
              <a:t>3</a:t>
            </a:r>
            <a:endParaRPr lang="en-GB" sz="1640" b="0" strike="noStrike" spc="-1">
              <a:latin typeface="Arial"/>
            </a:endParaRPr>
          </a:p>
        </p:txBody>
      </p:sp>
      <p:sp>
        <p:nvSpPr>
          <p:cNvPr id="383" name="CustomShape 41"/>
          <p:cNvSpPr/>
          <p:nvPr/>
        </p:nvSpPr>
        <p:spPr>
          <a:xfrm>
            <a:off x="3239280" y="3159360"/>
            <a:ext cx="309960" cy="26856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384" name="CustomShape 42"/>
          <p:cNvSpPr/>
          <p:nvPr/>
        </p:nvSpPr>
        <p:spPr>
          <a:xfrm>
            <a:off x="3550320" y="3159360"/>
            <a:ext cx="309960" cy="268560"/>
          </a:xfrm>
          <a:prstGeom prst="rect">
            <a:avLst/>
          </a:prstGeom>
          <a:solidFill>
            <a:srgbClr val="FFFFFF"/>
          </a:solidFill>
          <a:ln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385" name="CustomShape 43"/>
          <p:cNvSpPr/>
          <p:nvPr/>
        </p:nvSpPr>
        <p:spPr>
          <a:xfrm>
            <a:off x="3856320" y="3159360"/>
            <a:ext cx="309960" cy="268560"/>
          </a:xfrm>
          <a:prstGeom prst="rect">
            <a:avLst/>
          </a:prstGeom>
          <a:ln>
            <a:round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386" name="CustomShape 44"/>
          <p:cNvSpPr/>
          <p:nvPr/>
        </p:nvSpPr>
        <p:spPr>
          <a:xfrm>
            <a:off x="2895840" y="3127320"/>
            <a:ext cx="309960" cy="3394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GB" sz="1640" b="0" strike="noStrike" spc="-1">
                <a:solidFill>
                  <a:srgbClr val="000000"/>
                </a:solidFill>
                <a:latin typeface="Calibri"/>
                <a:ea typeface="DejaVu Sans"/>
              </a:rPr>
              <a:t>4</a:t>
            </a:r>
            <a:endParaRPr lang="en-GB" sz="1640" b="0" strike="noStrike" spc="-1">
              <a:latin typeface="Arial"/>
            </a:endParaRPr>
          </a:p>
        </p:txBody>
      </p:sp>
      <p:sp>
        <p:nvSpPr>
          <p:cNvPr id="387" name="CustomShape 45"/>
          <p:cNvSpPr/>
          <p:nvPr/>
        </p:nvSpPr>
        <p:spPr>
          <a:xfrm>
            <a:off x="6742080" y="2020320"/>
            <a:ext cx="329760" cy="3394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GB" sz="1640" b="0" strike="noStrike" spc="-1">
                <a:solidFill>
                  <a:srgbClr val="000000"/>
                </a:solidFill>
                <a:latin typeface="Calibri"/>
                <a:ea typeface="DejaVu Sans"/>
              </a:rPr>
              <a:t>1</a:t>
            </a:r>
            <a:endParaRPr lang="en-GB" sz="1640" b="0" strike="noStrike" spc="-1">
              <a:latin typeface="Arial"/>
            </a:endParaRPr>
          </a:p>
        </p:txBody>
      </p:sp>
      <p:sp>
        <p:nvSpPr>
          <p:cNvPr id="388" name="CustomShape 46"/>
          <p:cNvSpPr/>
          <p:nvPr/>
        </p:nvSpPr>
        <p:spPr>
          <a:xfrm>
            <a:off x="7069320" y="2020320"/>
            <a:ext cx="309960" cy="3394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GB" sz="1640" b="0" strike="noStrike" spc="-1">
                <a:solidFill>
                  <a:srgbClr val="000000"/>
                </a:solidFill>
                <a:latin typeface="Calibri"/>
                <a:ea typeface="DejaVu Sans"/>
              </a:rPr>
              <a:t>2</a:t>
            </a:r>
            <a:endParaRPr lang="en-GB" sz="1640" b="0" strike="noStrike" spc="-1">
              <a:latin typeface="Arial"/>
            </a:endParaRPr>
          </a:p>
        </p:txBody>
      </p:sp>
      <p:sp>
        <p:nvSpPr>
          <p:cNvPr id="389" name="CustomShape 47"/>
          <p:cNvSpPr/>
          <p:nvPr/>
        </p:nvSpPr>
        <p:spPr>
          <a:xfrm>
            <a:off x="6758280" y="2318400"/>
            <a:ext cx="309960" cy="268560"/>
          </a:xfrm>
          <a:prstGeom prst="rect">
            <a:avLst/>
          </a:prstGeom>
          <a:ln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390" name="CustomShape 48"/>
          <p:cNvSpPr/>
          <p:nvPr/>
        </p:nvSpPr>
        <p:spPr>
          <a:xfrm>
            <a:off x="7069320" y="2318400"/>
            <a:ext cx="309960" cy="268560"/>
          </a:xfrm>
          <a:prstGeom prst="rect">
            <a:avLst/>
          </a:prstGeom>
          <a:solidFill>
            <a:srgbClr val="FFFF00"/>
          </a:solidFill>
          <a:ln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391" name="CustomShape 49"/>
          <p:cNvSpPr/>
          <p:nvPr/>
        </p:nvSpPr>
        <p:spPr>
          <a:xfrm>
            <a:off x="7375680" y="2318400"/>
            <a:ext cx="309960" cy="268560"/>
          </a:xfrm>
          <a:prstGeom prst="rect">
            <a:avLst/>
          </a:prstGeom>
          <a:ln>
            <a:round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392" name="CustomShape 50"/>
          <p:cNvSpPr/>
          <p:nvPr/>
        </p:nvSpPr>
        <p:spPr>
          <a:xfrm>
            <a:off x="6758280" y="2588040"/>
            <a:ext cx="309960" cy="26856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393" name="CustomShape 51"/>
          <p:cNvSpPr/>
          <p:nvPr/>
        </p:nvSpPr>
        <p:spPr>
          <a:xfrm>
            <a:off x="7069320" y="2588040"/>
            <a:ext cx="309960" cy="268560"/>
          </a:xfrm>
          <a:prstGeom prst="rect">
            <a:avLst/>
          </a:prstGeom>
          <a:solidFill>
            <a:srgbClr val="FFFFCC"/>
          </a:solidFill>
          <a:ln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394" name="CustomShape 52"/>
          <p:cNvSpPr/>
          <p:nvPr/>
        </p:nvSpPr>
        <p:spPr>
          <a:xfrm>
            <a:off x="7375680" y="2588040"/>
            <a:ext cx="309960" cy="268560"/>
          </a:xfrm>
          <a:prstGeom prst="rect">
            <a:avLst/>
          </a:prstGeom>
          <a:ln>
            <a:round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395" name="CustomShape 53"/>
          <p:cNvSpPr/>
          <p:nvPr/>
        </p:nvSpPr>
        <p:spPr>
          <a:xfrm>
            <a:off x="6758280" y="2857680"/>
            <a:ext cx="309960" cy="26856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396" name="CustomShape 54"/>
          <p:cNvSpPr/>
          <p:nvPr/>
        </p:nvSpPr>
        <p:spPr>
          <a:xfrm>
            <a:off x="7069320" y="2857680"/>
            <a:ext cx="309960" cy="268560"/>
          </a:xfrm>
          <a:prstGeom prst="rect">
            <a:avLst/>
          </a:prstGeom>
          <a:solidFill>
            <a:srgbClr val="FFFFFF"/>
          </a:solidFill>
          <a:ln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397" name="CustomShape 55"/>
          <p:cNvSpPr/>
          <p:nvPr/>
        </p:nvSpPr>
        <p:spPr>
          <a:xfrm>
            <a:off x="7375680" y="2857680"/>
            <a:ext cx="309960" cy="268560"/>
          </a:xfrm>
          <a:prstGeom prst="rect">
            <a:avLst/>
          </a:prstGeom>
          <a:ln>
            <a:round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398" name="CustomShape 56"/>
          <p:cNvSpPr/>
          <p:nvPr/>
        </p:nvSpPr>
        <p:spPr>
          <a:xfrm>
            <a:off x="6414840" y="2280960"/>
            <a:ext cx="309960" cy="3394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GB" sz="1640" b="0" strike="noStrike" spc="-1">
                <a:solidFill>
                  <a:srgbClr val="000000"/>
                </a:solidFill>
                <a:latin typeface="Calibri"/>
                <a:ea typeface="DejaVu Sans"/>
              </a:rPr>
              <a:t>1</a:t>
            </a:r>
            <a:endParaRPr lang="en-GB" sz="1640" b="0" strike="noStrike" spc="-1">
              <a:latin typeface="Arial"/>
            </a:endParaRPr>
          </a:p>
        </p:txBody>
      </p:sp>
      <p:sp>
        <p:nvSpPr>
          <p:cNvPr id="399" name="CustomShape 57"/>
          <p:cNvSpPr/>
          <p:nvPr/>
        </p:nvSpPr>
        <p:spPr>
          <a:xfrm>
            <a:off x="6414840" y="2555280"/>
            <a:ext cx="309960" cy="3394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GB" sz="1640" b="0" strike="noStrike" spc="-1">
                <a:solidFill>
                  <a:srgbClr val="000000"/>
                </a:solidFill>
                <a:latin typeface="Calibri"/>
                <a:ea typeface="DejaVu Sans"/>
              </a:rPr>
              <a:t>2</a:t>
            </a:r>
            <a:endParaRPr lang="en-GB" sz="1640" b="0" strike="noStrike" spc="-1">
              <a:latin typeface="Arial"/>
            </a:endParaRPr>
          </a:p>
        </p:txBody>
      </p:sp>
      <p:sp>
        <p:nvSpPr>
          <p:cNvPr id="400" name="CustomShape 58"/>
          <p:cNvSpPr/>
          <p:nvPr/>
        </p:nvSpPr>
        <p:spPr>
          <a:xfrm>
            <a:off x="6414840" y="2829600"/>
            <a:ext cx="309960" cy="3394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GB" sz="1640" b="0" strike="noStrike" spc="-1">
                <a:solidFill>
                  <a:srgbClr val="000000"/>
                </a:solidFill>
                <a:latin typeface="Calibri"/>
                <a:ea typeface="DejaVu Sans"/>
              </a:rPr>
              <a:t>3</a:t>
            </a:r>
            <a:endParaRPr lang="en-GB" sz="1640" b="0" strike="noStrike" spc="-1">
              <a:latin typeface="Arial"/>
            </a:endParaRPr>
          </a:p>
        </p:txBody>
      </p:sp>
      <p:sp>
        <p:nvSpPr>
          <p:cNvPr id="401" name="CustomShape 59"/>
          <p:cNvSpPr/>
          <p:nvPr/>
        </p:nvSpPr>
        <p:spPr>
          <a:xfrm>
            <a:off x="7375680" y="2020320"/>
            <a:ext cx="309960" cy="3394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GB" sz="1640" b="0" strike="noStrike" spc="-1">
                <a:solidFill>
                  <a:srgbClr val="000000"/>
                </a:solidFill>
                <a:latin typeface="Calibri"/>
                <a:ea typeface="DejaVu Sans"/>
              </a:rPr>
              <a:t>3</a:t>
            </a:r>
            <a:endParaRPr lang="en-GB" sz="1640" b="0" strike="noStrike" spc="-1">
              <a:latin typeface="Arial"/>
            </a:endParaRPr>
          </a:p>
        </p:txBody>
      </p:sp>
      <p:sp>
        <p:nvSpPr>
          <p:cNvPr id="402" name="CustomShape 60"/>
          <p:cNvSpPr/>
          <p:nvPr/>
        </p:nvSpPr>
        <p:spPr>
          <a:xfrm>
            <a:off x="6356520" y="3303360"/>
            <a:ext cx="2347560" cy="3639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GB" sz="1800" b="0" strike="noStrike" spc="-1">
                <a:solidFill>
                  <a:srgbClr val="000000"/>
                </a:solidFill>
                <a:latin typeface="Courier New"/>
                <a:ea typeface="DejaVu Sans"/>
              </a:rPr>
              <a:t>cbind(df1,vec1) </a:t>
            </a:r>
            <a:endParaRPr lang="en-GB" sz="1800" b="0" strike="noStrike" spc="-1">
              <a:latin typeface="Arial"/>
            </a:endParaRPr>
          </a:p>
        </p:txBody>
      </p:sp>
      <p:sp>
        <p:nvSpPr>
          <p:cNvPr id="403" name="CustomShape 61"/>
          <p:cNvSpPr/>
          <p:nvPr/>
        </p:nvSpPr>
        <p:spPr>
          <a:xfrm>
            <a:off x="7838640" y="4361040"/>
            <a:ext cx="309960" cy="26856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1"/>
            </a:solidFill>
            <a:round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404" name="CustomShape 62"/>
          <p:cNvSpPr/>
          <p:nvPr/>
        </p:nvSpPr>
        <p:spPr>
          <a:xfrm>
            <a:off x="7838640" y="4630680"/>
            <a:ext cx="309960" cy="26856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1"/>
            </a:solidFill>
            <a:round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405" name="CustomShape 63"/>
          <p:cNvSpPr/>
          <p:nvPr/>
        </p:nvSpPr>
        <p:spPr>
          <a:xfrm>
            <a:off x="7838640" y="4900320"/>
            <a:ext cx="309960" cy="26856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1"/>
            </a:solidFill>
            <a:round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406" name="CustomShape 64"/>
          <p:cNvSpPr/>
          <p:nvPr/>
        </p:nvSpPr>
        <p:spPr>
          <a:xfrm>
            <a:off x="6897600" y="4062960"/>
            <a:ext cx="329760" cy="3394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GB" sz="1640" b="0" strike="noStrike" spc="-1">
                <a:solidFill>
                  <a:srgbClr val="000000"/>
                </a:solidFill>
                <a:latin typeface="Calibri"/>
                <a:ea typeface="DejaVu Sans"/>
              </a:rPr>
              <a:t>1</a:t>
            </a:r>
            <a:endParaRPr lang="en-GB" sz="1640" b="0" strike="noStrike" spc="-1">
              <a:latin typeface="Arial"/>
            </a:endParaRPr>
          </a:p>
        </p:txBody>
      </p:sp>
      <p:sp>
        <p:nvSpPr>
          <p:cNvPr id="407" name="CustomShape 65"/>
          <p:cNvSpPr/>
          <p:nvPr/>
        </p:nvSpPr>
        <p:spPr>
          <a:xfrm>
            <a:off x="7224840" y="4062960"/>
            <a:ext cx="309960" cy="3394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GB" sz="1640" b="0" strike="noStrike" spc="-1">
                <a:solidFill>
                  <a:srgbClr val="000000"/>
                </a:solidFill>
                <a:latin typeface="Calibri"/>
                <a:ea typeface="DejaVu Sans"/>
              </a:rPr>
              <a:t>2</a:t>
            </a:r>
            <a:endParaRPr lang="en-GB" sz="1640" b="0" strike="noStrike" spc="-1">
              <a:latin typeface="Arial"/>
            </a:endParaRPr>
          </a:p>
        </p:txBody>
      </p:sp>
      <p:sp>
        <p:nvSpPr>
          <p:cNvPr id="408" name="CustomShape 66"/>
          <p:cNvSpPr/>
          <p:nvPr/>
        </p:nvSpPr>
        <p:spPr>
          <a:xfrm>
            <a:off x="6913800" y="4361040"/>
            <a:ext cx="309960" cy="268560"/>
          </a:xfrm>
          <a:prstGeom prst="rect">
            <a:avLst/>
          </a:prstGeom>
          <a:ln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409" name="CustomShape 67"/>
          <p:cNvSpPr/>
          <p:nvPr/>
        </p:nvSpPr>
        <p:spPr>
          <a:xfrm>
            <a:off x="7224840" y="4361040"/>
            <a:ext cx="309960" cy="268560"/>
          </a:xfrm>
          <a:prstGeom prst="rect">
            <a:avLst/>
          </a:prstGeom>
          <a:solidFill>
            <a:srgbClr val="FFFF00"/>
          </a:solidFill>
          <a:ln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410" name="CustomShape 68"/>
          <p:cNvSpPr/>
          <p:nvPr/>
        </p:nvSpPr>
        <p:spPr>
          <a:xfrm>
            <a:off x="7531200" y="4361040"/>
            <a:ext cx="309960" cy="268560"/>
          </a:xfrm>
          <a:prstGeom prst="rect">
            <a:avLst/>
          </a:prstGeom>
          <a:ln>
            <a:round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411" name="CustomShape 69"/>
          <p:cNvSpPr/>
          <p:nvPr/>
        </p:nvSpPr>
        <p:spPr>
          <a:xfrm>
            <a:off x="6913800" y="4630680"/>
            <a:ext cx="309960" cy="26856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412" name="CustomShape 70"/>
          <p:cNvSpPr/>
          <p:nvPr/>
        </p:nvSpPr>
        <p:spPr>
          <a:xfrm>
            <a:off x="7224840" y="4630680"/>
            <a:ext cx="309960" cy="268560"/>
          </a:xfrm>
          <a:prstGeom prst="rect">
            <a:avLst/>
          </a:prstGeom>
          <a:solidFill>
            <a:srgbClr val="FFFFCC"/>
          </a:solidFill>
          <a:ln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413" name="CustomShape 71"/>
          <p:cNvSpPr/>
          <p:nvPr/>
        </p:nvSpPr>
        <p:spPr>
          <a:xfrm>
            <a:off x="7531200" y="4630680"/>
            <a:ext cx="309960" cy="268560"/>
          </a:xfrm>
          <a:prstGeom prst="rect">
            <a:avLst/>
          </a:prstGeom>
          <a:ln>
            <a:round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414" name="CustomShape 72"/>
          <p:cNvSpPr/>
          <p:nvPr/>
        </p:nvSpPr>
        <p:spPr>
          <a:xfrm>
            <a:off x="6913800" y="4900320"/>
            <a:ext cx="309960" cy="26856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415" name="CustomShape 73"/>
          <p:cNvSpPr/>
          <p:nvPr/>
        </p:nvSpPr>
        <p:spPr>
          <a:xfrm>
            <a:off x="7224840" y="4900320"/>
            <a:ext cx="309960" cy="268560"/>
          </a:xfrm>
          <a:prstGeom prst="rect">
            <a:avLst/>
          </a:prstGeom>
          <a:solidFill>
            <a:srgbClr val="FFFFFF"/>
          </a:solidFill>
          <a:ln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416" name="CustomShape 74"/>
          <p:cNvSpPr/>
          <p:nvPr/>
        </p:nvSpPr>
        <p:spPr>
          <a:xfrm>
            <a:off x="7531200" y="4900320"/>
            <a:ext cx="309960" cy="268560"/>
          </a:xfrm>
          <a:prstGeom prst="rect">
            <a:avLst/>
          </a:prstGeom>
          <a:ln>
            <a:round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417" name="CustomShape 75"/>
          <p:cNvSpPr/>
          <p:nvPr/>
        </p:nvSpPr>
        <p:spPr>
          <a:xfrm>
            <a:off x="6570360" y="4323600"/>
            <a:ext cx="309960" cy="3394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GB" sz="1640" b="0" strike="noStrike" spc="-1">
                <a:solidFill>
                  <a:srgbClr val="000000"/>
                </a:solidFill>
                <a:latin typeface="Calibri"/>
                <a:ea typeface="DejaVu Sans"/>
              </a:rPr>
              <a:t>1</a:t>
            </a:r>
            <a:endParaRPr lang="en-GB" sz="1640" b="0" strike="noStrike" spc="-1">
              <a:latin typeface="Arial"/>
            </a:endParaRPr>
          </a:p>
        </p:txBody>
      </p:sp>
      <p:sp>
        <p:nvSpPr>
          <p:cNvPr id="418" name="CustomShape 76"/>
          <p:cNvSpPr/>
          <p:nvPr/>
        </p:nvSpPr>
        <p:spPr>
          <a:xfrm>
            <a:off x="6570360" y="4597920"/>
            <a:ext cx="309960" cy="3394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GB" sz="1640" b="0" strike="noStrike" spc="-1">
                <a:solidFill>
                  <a:srgbClr val="000000"/>
                </a:solidFill>
                <a:latin typeface="Calibri"/>
                <a:ea typeface="DejaVu Sans"/>
              </a:rPr>
              <a:t>2</a:t>
            </a:r>
            <a:endParaRPr lang="en-GB" sz="1640" b="0" strike="noStrike" spc="-1">
              <a:latin typeface="Arial"/>
            </a:endParaRPr>
          </a:p>
        </p:txBody>
      </p:sp>
      <p:sp>
        <p:nvSpPr>
          <p:cNvPr id="419" name="CustomShape 77"/>
          <p:cNvSpPr/>
          <p:nvPr/>
        </p:nvSpPr>
        <p:spPr>
          <a:xfrm>
            <a:off x="6570360" y="4872240"/>
            <a:ext cx="309960" cy="3394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GB" sz="1640" b="0" strike="noStrike" spc="-1">
                <a:solidFill>
                  <a:srgbClr val="000000"/>
                </a:solidFill>
                <a:latin typeface="Calibri"/>
                <a:ea typeface="DejaVu Sans"/>
              </a:rPr>
              <a:t>3</a:t>
            </a:r>
            <a:endParaRPr lang="en-GB" sz="1640" b="0" strike="noStrike" spc="-1">
              <a:latin typeface="Arial"/>
            </a:endParaRPr>
          </a:p>
        </p:txBody>
      </p:sp>
      <p:sp>
        <p:nvSpPr>
          <p:cNvPr id="420" name="CustomShape 78"/>
          <p:cNvSpPr/>
          <p:nvPr/>
        </p:nvSpPr>
        <p:spPr>
          <a:xfrm>
            <a:off x="7531200" y="4062960"/>
            <a:ext cx="309960" cy="3394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GB" sz="1640" b="0" strike="noStrike" spc="-1">
                <a:solidFill>
                  <a:srgbClr val="000000"/>
                </a:solidFill>
                <a:latin typeface="Calibri"/>
                <a:ea typeface="DejaVu Sans"/>
              </a:rPr>
              <a:t>3</a:t>
            </a:r>
            <a:endParaRPr lang="en-GB" sz="1640" b="0" strike="noStrike" spc="-1">
              <a:latin typeface="Arial"/>
            </a:endParaRPr>
          </a:p>
        </p:txBody>
      </p:sp>
      <p:sp>
        <p:nvSpPr>
          <p:cNvPr id="421" name="CustomShape 79"/>
          <p:cNvSpPr/>
          <p:nvPr/>
        </p:nvSpPr>
        <p:spPr>
          <a:xfrm>
            <a:off x="7845480" y="4062960"/>
            <a:ext cx="309960" cy="3394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GB" sz="1640" b="0" strike="noStrike" spc="-1">
                <a:solidFill>
                  <a:srgbClr val="000000"/>
                </a:solidFill>
                <a:latin typeface="Calibri"/>
                <a:ea typeface="DejaVu Sans"/>
              </a:rPr>
              <a:t>4</a:t>
            </a:r>
            <a:endParaRPr lang="en-GB" sz="1640" b="0" strike="noStrike" spc="-1">
              <a:latin typeface="Arial"/>
            </a:endParaRPr>
          </a:p>
        </p:txBody>
      </p:sp>
      <p:sp>
        <p:nvSpPr>
          <p:cNvPr id="422" name="CustomShape 80"/>
          <p:cNvSpPr/>
          <p:nvPr/>
        </p:nvSpPr>
        <p:spPr>
          <a:xfrm>
            <a:off x="1837080" y="3294360"/>
            <a:ext cx="299520" cy="304560"/>
          </a:xfrm>
          <a:prstGeom prst="plus">
            <a:avLst>
              <a:gd name="adj" fmla="val 44361"/>
            </a:avLst>
          </a:prstGeom>
          <a:ln>
            <a:round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423" name="CustomShape 81"/>
          <p:cNvSpPr/>
          <p:nvPr/>
        </p:nvSpPr>
        <p:spPr>
          <a:xfrm>
            <a:off x="7884720" y="2571120"/>
            <a:ext cx="299520" cy="304560"/>
          </a:xfrm>
          <a:prstGeom prst="plus">
            <a:avLst>
              <a:gd name="adj" fmla="val 44361"/>
            </a:avLst>
          </a:prstGeom>
          <a:ln>
            <a:round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424" name="CustomShape 82"/>
          <p:cNvSpPr/>
          <p:nvPr/>
        </p:nvSpPr>
        <p:spPr>
          <a:xfrm>
            <a:off x="2621160" y="3127320"/>
            <a:ext cx="270360" cy="165960"/>
          </a:xfrm>
          <a:prstGeom prst="rightArrow">
            <a:avLst>
              <a:gd name="adj1" fmla="val 50000"/>
              <a:gd name="adj2" fmla="val 50000"/>
            </a:avLst>
          </a:prstGeom>
          <a:ln>
            <a:round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425" name="CustomShape 83"/>
          <p:cNvSpPr/>
          <p:nvPr/>
        </p:nvSpPr>
        <p:spPr>
          <a:xfrm rot="5400000">
            <a:off x="7396560" y="3778920"/>
            <a:ext cx="270360" cy="165960"/>
          </a:xfrm>
          <a:prstGeom prst="rightArrow">
            <a:avLst>
              <a:gd name="adj1" fmla="val 50000"/>
              <a:gd name="adj2" fmla="val 50000"/>
            </a:avLst>
          </a:prstGeom>
          <a:ln>
            <a:round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426" name="CustomShape 84"/>
          <p:cNvSpPr/>
          <p:nvPr/>
        </p:nvSpPr>
        <p:spPr>
          <a:xfrm>
            <a:off x="8269200" y="1737360"/>
            <a:ext cx="649080" cy="3639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n-GB" sz="1800" b="0" strike="noStrike" spc="-1">
                <a:solidFill>
                  <a:srgbClr val="000000"/>
                </a:solidFill>
                <a:latin typeface="Calibri"/>
                <a:ea typeface="DejaVu Sans"/>
              </a:rPr>
              <a:t>vec1</a:t>
            </a:r>
            <a:endParaRPr lang="en-GB" sz="1800" b="0" strike="noStrike" spc="-1">
              <a:latin typeface="Arial"/>
            </a:endParaRPr>
          </a:p>
        </p:txBody>
      </p:sp>
      <p:sp>
        <p:nvSpPr>
          <p:cNvPr id="427" name="CustomShape 85"/>
          <p:cNvSpPr/>
          <p:nvPr/>
        </p:nvSpPr>
        <p:spPr>
          <a:xfrm>
            <a:off x="6975360" y="1742760"/>
            <a:ext cx="496080" cy="3639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n-GB" sz="1800" b="0" strike="noStrike" spc="-1">
                <a:solidFill>
                  <a:srgbClr val="000000"/>
                </a:solidFill>
                <a:latin typeface="Calibri"/>
                <a:ea typeface="DejaVu Sans"/>
              </a:rPr>
              <a:t>df1</a:t>
            </a:r>
            <a:endParaRPr lang="en-GB" sz="1800" b="0" strike="noStrike" spc="-1">
              <a:latin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CustomShape 1"/>
          <p:cNvSpPr/>
          <p:nvPr/>
        </p:nvSpPr>
        <p:spPr>
          <a:xfrm>
            <a:off x="457200" y="684000"/>
            <a:ext cx="8227800" cy="11437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GB" sz="4400" b="1" strike="noStrike" spc="-1">
                <a:solidFill>
                  <a:srgbClr val="000000"/>
                </a:solidFill>
                <a:latin typeface="Calibri"/>
                <a:ea typeface="DejaVu Sans"/>
              </a:rPr>
              <a:t>Migration and morphology data</a:t>
            </a:r>
            <a:endParaRPr lang="en-GB" sz="4400" b="0" strike="noStrike" spc="-1">
              <a:latin typeface="Arial"/>
            </a:endParaRPr>
          </a:p>
        </p:txBody>
      </p:sp>
      <p:pic>
        <p:nvPicPr>
          <p:cNvPr id="429" name="Picture 3_1"/>
          <p:cNvPicPr/>
          <p:nvPr/>
        </p:nvPicPr>
        <p:blipFill>
          <a:blip r:embed="rId2"/>
          <a:stretch/>
        </p:blipFill>
        <p:spPr>
          <a:xfrm>
            <a:off x="328320" y="1742760"/>
            <a:ext cx="4177440" cy="4566960"/>
          </a:xfrm>
          <a:prstGeom prst="rect">
            <a:avLst/>
          </a:prstGeom>
          <a:ln>
            <a:noFill/>
          </a:ln>
        </p:spPr>
      </p:pic>
      <p:pic>
        <p:nvPicPr>
          <p:cNvPr id="430" name="Picture 2_1" descr="figure3"/>
          <p:cNvPicPr/>
          <p:nvPr/>
        </p:nvPicPr>
        <p:blipFill>
          <a:blip r:embed="rId3"/>
          <a:stretch/>
        </p:blipFill>
        <p:spPr>
          <a:xfrm>
            <a:off x="4764960" y="1438920"/>
            <a:ext cx="3827520" cy="2905200"/>
          </a:xfrm>
          <a:prstGeom prst="rect">
            <a:avLst/>
          </a:prstGeom>
          <a:ln>
            <a:noFill/>
          </a:ln>
        </p:spPr>
      </p:pic>
      <p:sp>
        <p:nvSpPr>
          <p:cNvPr id="431" name="CustomShape 2"/>
          <p:cNvSpPr/>
          <p:nvPr/>
        </p:nvSpPr>
        <p:spPr>
          <a:xfrm>
            <a:off x="4765680" y="4421160"/>
            <a:ext cx="4048560" cy="22842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n-GB" sz="1800" b="0" strike="noStrike" spc="-1">
                <a:solidFill>
                  <a:srgbClr val="000000"/>
                </a:solidFill>
                <a:latin typeface="Calibri"/>
                <a:ea typeface="DejaVu Sans"/>
              </a:rPr>
              <a:t>Table 1: Migration data</a:t>
            </a:r>
            <a:endParaRPr lang="en-GB" sz="18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GB" sz="1800" b="0" strike="noStrike" spc="-1">
                <a:solidFill>
                  <a:srgbClr val="000000"/>
                </a:solidFill>
                <a:latin typeface="Calibri"/>
                <a:ea typeface="DejaVu Sans"/>
              </a:rPr>
              <a:t>	col1: reagent_id</a:t>
            </a:r>
            <a:endParaRPr lang="en-GB" sz="18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GB" sz="1800" b="0" strike="noStrike" spc="-1">
                <a:solidFill>
                  <a:srgbClr val="000000"/>
                </a:solidFill>
                <a:latin typeface="Calibri"/>
                <a:ea typeface="DejaVu Sans"/>
              </a:rPr>
              <a:t>	col2: gene_symbol</a:t>
            </a:r>
            <a:endParaRPr lang="en-GB" sz="18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GB" sz="1800" b="0" strike="noStrike" spc="-1">
                <a:solidFill>
                  <a:srgbClr val="000000"/>
                </a:solidFill>
                <a:latin typeface="Calibri"/>
                <a:ea typeface="DejaVu Sans"/>
              </a:rPr>
              <a:t>	col3: migration</a:t>
            </a:r>
            <a:endParaRPr lang="en-GB" sz="18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GB" sz="1800" b="0" strike="noStrike" spc="-1">
                <a:solidFill>
                  <a:srgbClr val="000000"/>
                </a:solidFill>
                <a:latin typeface="Calibri"/>
                <a:ea typeface="DejaVu Sans"/>
              </a:rPr>
              <a:t>Table 2: Morphology data</a:t>
            </a:r>
            <a:endParaRPr lang="en-GB" sz="18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GB" sz="1800" b="0" strike="noStrike" spc="-1">
                <a:solidFill>
                  <a:srgbClr val="000000"/>
                </a:solidFill>
                <a:latin typeface="Calibri"/>
                <a:ea typeface="DejaVu Sans"/>
              </a:rPr>
              <a:t>	col1: reagent_id</a:t>
            </a:r>
            <a:endParaRPr lang="en-GB" sz="18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GB" sz="1800" b="0" strike="noStrike" spc="-1">
                <a:solidFill>
                  <a:srgbClr val="000000"/>
                </a:solidFill>
                <a:latin typeface="Calibri"/>
                <a:ea typeface="DejaVu Sans"/>
              </a:rPr>
              <a:t>	col2: gene_symbol</a:t>
            </a:r>
            <a:endParaRPr lang="en-GB" sz="18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GB" sz="1800" b="0" strike="noStrike" spc="-1">
                <a:solidFill>
                  <a:srgbClr val="000000"/>
                </a:solidFill>
                <a:latin typeface="Calibri"/>
                <a:ea typeface="DejaVu Sans"/>
              </a:rPr>
              <a:t>	col3: elongatedness</a:t>
            </a:r>
            <a:endParaRPr lang="en-GB" sz="1800" b="0" strike="noStrike" spc="-1">
              <a:latin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CustomShape 1"/>
          <p:cNvSpPr/>
          <p:nvPr/>
        </p:nvSpPr>
        <p:spPr>
          <a:xfrm>
            <a:off x="1424880" y="2861280"/>
            <a:ext cx="329760" cy="3394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GB" sz="1640" b="0" strike="noStrike" spc="-1">
                <a:solidFill>
                  <a:srgbClr val="000000"/>
                </a:solidFill>
                <a:latin typeface="Calibri"/>
                <a:ea typeface="DejaVu Sans"/>
              </a:rPr>
              <a:t>1</a:t>
            </a:r>
            <a:endParaRPr lang="en-GB" sz="1640" b="0" strike="noStrike" spc="-1">
              <a:latin typeface="Arial"/>
            </a:endParaRPr>
          </a:p>
        </p:txBody>
      </p:sp>
      <p:sp>
        <p:nvSpPr>
          <p:cNvPr id="433" name="CustomShape 2"/>
          <p:cNvSpPr/>
          <p:nvPr/>
        </p:nvSpPr>
        <p:spPr>
          <a:xfrm>
            <a:off x="1752120" y="2861280"/>
            <a:ext cx="309960" cy="3394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GB" sz="1640" b="0" strike="noStrike" spc="-1">
                <a:solidFill>
                  <a:srgbClr val="000000"/>
                </a:solidFill>
                <a:latin typeface="Calibri"/>
                <a:ea typeface="DejaVu Sans"/>
              </a:rPr>
              <a:t>2</a:t>
            </a:r>
            <a:endParaRPr lang="en-GB" sz="1640" b="0" strike="noStrike" spc="-1">
              <a:latin typeface="Arial"/>
            </a:endParaRPr>
          </a:p>
        </p:txBody>
      </p:sp>
      <p:sp>
        <p:nvSpPr>
          <p:cNvPr id="434" name="CustomShape 3"/>
          <p:cNvSpPr/>
          <p:nvPr/>
        </p:nvSpPr>
        <p:spPr>
          <a:xfrm>
            <a:off x="1441080" y="3159360"/>
            <a:ext cx="309960" cy="268560"/>
          </a:xfrm>
          <a:prstGeom prst="rect">
            <a:avLst/>
          </a:prstGeom>
          <a:ln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435" name="CustomShape 4"/>
          <p:cNvSpPr/>
          <p:nvPr/>
        </p:nvSpPr>
        <p:spPr>
          <a:xfrm>
            <a:off x="1752120" y="3159360"/>
            <a:ext cx="309960" cy="268560"/>
          </a:xfrm>
          <a:prstGeom prst="rect">
            <a:avLst/>
          </a:prstGeom>
          <a:solidFill>
            <a:srgbClr val="FFFF00"/>
          </a:solidFill>
          <a:ln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436" name="CustomShape 5"/>
          <p:cNvSpPr/>
          <p:nvPr/>
        </p:nvSpPr>
        <p:spPr>
          <a:xfrm>
            <a:off x="2058120" y="3159360"/>
            <a:ext cx="309960" cy="268560"/>
          </a:xfrm>
          <a:prstGeom prst="rect">
            <a:avLst/>
          </a:prstGeom>
          <a:ln>
            <a:round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437" name="CustomShape 6"/>
          <p:cNvSpPr/>
          <p:nvPr/>
        </p:nvSpPr>
        <p:spPr>
          <a:xfrm>
            <a:off x="1441080" y="3429000"/>
            <a:ext cx="309960" cy="26856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438" name="CustomShape 7"/>
          <p:cNvSpPr/>
          <p:nvPr/>
        </p:nvSpPr>
        <p:spPr>
          <a:xfrm>
            <a:off x="1752120" y="3429000"/>
            <a:ext cx="309960" cy="268560"/>
          </a:xfrm>
          <a:prstGeom prst="rect">
            <a:avLst/>
          </a:prstGeom>
          <a:solidFill>
            <a:srgbClr val="FFFFCC"/>
          </a:solidFill>
          <a:ln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439" name="CustomShape 8"/>
          <p:cNvSpPr/>
          <p:nvPr/>
        </p:nvSpPr>
        <p:spPr>
          <a:xfrm>
            <a:off x="2058120" y="3429000"/>
            <a:ext cx="309960" cy="268560"/>
          </a:xfrm>
          <a:prstGeom prst="rect">
            <a:avLst/>
          </a:prstGeom>
          <a:ln>
            <a:round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440" name="CustomShape 9"/>
          <p:cNvSpPr/>
          <p:nvPr/>
        </p:nvSpPr>
        <p:spPr>
          <a:xfrm>
            <a:off x="1441080" y="3698640"/>
            <a:ext cx="309960" cy="26856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441" name="CustomShape 10"/>
          <p:cNvSpPr/>
          <p:nvPr/>
        </p:nvSpPr>
        <p:spPr>
          <a:xfrm>
            <a:off x="1752120" y="3698640"/>
            <a:ext cx="309960" cy="268560"/>
          </a:xfrm>
          <a:prstGeom prst="rect">
            <a:avLst/>
          </a:prstGeom>
          <a:solidFill>
            <a:srgbClr val="FFFFFF"/>
          </a:solidFill>
          <a:ln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442" name="CustomShape 11"/>
          <p:cNvSpPr/>
          <p:nvPr/>
        </p:nvSpPr>
        <p:spPr>
          <a:xfrm>
            <a:off x="2058120" y="3698640"/>
            <a:ext cx="309960" cy="268560"/>
          </a:xfrm>
          <a:prstGeom prst="rect">
            <a:avLst/>
          </a:prstGeom>
          <a:ln>
            <a:round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443" name="CustomShape 12"/>
          <p:cNvSpPr/>
          <p:nvPr/>
        </p:nvSpPr>
        <p:spPr>
          <a:xfrm>
            <a:off x="1097640" y="3121920"/>
            <a:ext cx="309960" cy="3394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GB" sz="1640" b="0" strike="noStrike" spc="-1">
                <a:solidFill>
                  <a:srgbClr val="000000"/>
                </a:solidFill>
                <a:latin typeface="Calibri"/>
                <a:ea typeface="DejaVu Sans"/>
              </a:rPr>
              <a:t>1</a:t>
            </a:r>
            <a:endParaRPr lang="en-GB" sz="1640" b="0" strike="noStrike" spc="-1">
              <a:latin typeface="Arial"/>
            </a:endParaRPr>
          </a:p>
        </p:txBody>
      </p:sp>
      <p:sp>
        <p:nvSpPr>
          <p:cNvPr id="444" name="CustomShape 13"/>
          <p:cNvSpPr/>
          <p:nvPr/>
        </p:nvSpPr>
        <p:spPr>
          <a:xfrm>
            <a:off x="1097640" y="3396240"/>
            <a:ext cx="309960" cy="3394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GB" sz="1640" b="0" strike="noStrike" spc="-1">
                <a:solidFill>
                  <a:srgbClr val="000000"/>
                </a:solidFill>
                <a:latin typeface="Calibri"/>
                <a:ea typeface="DejaVu Sans"/>
              </a:rPr>
              <a:t>2</a:t>
            </a:r>
            <a:endParaRPr lang="en-GB" sz="1640" b="0" strike="noStrike" spc="-1">
              <a:latin typeface="Arial"/>
            </a:endParaRPr>
          </a:p>
        </p:txBody>
      </p:sp>
      <p:sp>
        <p:nvSpPr>
          <p:cNvPr id="445" name="CustomShape 14"/>
          <p:cNvSpPr/>
          <p:nvPr/>
        </p:nvSpPr>
        <p:spPr>
          <a:xfrm>
            <a:off x="1097640" y="3670560"/>
            <a:ext cx="309960" cy="3394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GB" sz="1640" b="0" strike="noStrike" spc="-1">
                <a:solidFill>
                  <a:srgbClr val="000000"/>
                </a:solidFill>
                <a:latin typeface="Calibri"/>
                <a:ea typeface="DejaVu Sans"/>
              </a:rPr>
              <a:t>3</a:t>
            </a:r>
            <a:endParaRPr lang="en-GB" sz="1640" b="0" strike="noStrike" spc="-1">
              <a:latin typeface="Arial"/>
            </a:endParaRPr>
          </a:p>
        </p:txBody>
      </p:sp>
      <p:sp>
        <p:nvSpPr>
          <p:cNvPr id="446" name="CustomShape 15"/>
          <p:cNvSpPr/>
          <p:nvPr/>
        </p:nvSpPr>
        <p:spPr>
          <a:xfrm>
            <a:off x="2058120" y="2861280"/>
            <a:ext cx="309960" cy="3394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GB" sz="1640" b="0" strike="noStrike" spc="-1">
                <a:solidFill>
                  <a:srgbClr val="000000"/>
                </a:solidFill>
                <a:latin typeface="Calibri"/>
                <a:ea typeface="DejaVu Sans"/>
              </a:rPr>
              <a:t>3</a:t>
            </a:r>
            <a:endParaRPr lang="en-GB" sz="1640" b="0" strike="noStrike" spc="-1">
              <a:latin typeface="Arial"/>
            </a:endParaRPr>
          </a:p>
        </p:txBody>
      </p:sp>
      <p:sp>
        <p:nvSpPr>
          <p:cNvPr id="447" name="CustomShape 16"/>
          <p:cNvSpPr/>
          <p:nvPr/>
        </p:nvSpPr>
        <p:spPr>
          <a:xfrm>
            <a:off x="457200" y="684000"/>
            <a:ext cx="8227800" cy="11437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GB" sz="4400" b="1" strike="noStrike" spc="-1">
                <a:solidFill>
                  <a:srgbClr val="000000"/>
                </a:solidFill>
                <a:latin typeface="Calibri"/>
                <a:ea typeface="DejaVu Sans"/>
              </a:rPr>
              <a:t>Merging data.frames</a:t>
            </a:r>
            <a:endParaRPr lang="en-GB" sz="4400" b="0" strike="noStrike" spc="-1">
              <a:latin typeface="Arial"/>
            </a:endParaRPr>
          </a:p>
        </p:txBody>
      </p:sp>
      <p:sp>
        <p:nvSpPr>
          <p:cNvPr id="448" name="CustomShape 17"/>
          <p:cNvSpPr/>
          <p:nvPr/>
        </p:nvSpPr>
        <p:spPr>
          <a:xfrm rot="16200000">
            <a:off x="909000" y="2024280"/>
            <a:ext cx="1375200" cy="3639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GB" sz="1800" b="0" strike="noStrike" spc="-1">
                <a:solidFill>
                  <a:srgbClr val="000000"/>
                </a:solidFill>
                <a:latin typeface="Calibri"/>
                <a:ea typeface="DejaVu Sans"/>
              </a:rPr>
              <a:t>reagent_id</a:t>
            </a:r>
            <a:endParaRPr lang="en-GB" sz="1800" b="0" strike="noStrike" spc="-1">
              <a:latin typeface="Arial"/>
            </a:endParaRPr>
          </a:p>
        </p:txBody>
      </p:sp>
      <p:sp>
        <p:nvSpPr>
          <p:cNvPr id="449" name="CustomShape 18"/>
          <p:cNvSpPr/>
          <p:nvPr/>
        </p:nvSpPr>
        <p:spPr>
          <a:xfrm rot="16200000">
            <a:off x="1122840" y="1930680"/>
            <a:ext cx="1562400" cy="3639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GB" sz="1800" b="0" strike="noStrike" spc="-1">
                <a:solidFill>
                  <a:srgbClr val="000000"/>
                </a:solidFill>
                <a:latin typeface="Calibri"/>
                <a:ea typeface="DejaVu Sans"/>
              </a:rPr>
              <a:t>gene_symbol</a:t>
            </a:r>
            <a:endParaRPr lang="en-GB" sz="1800" b="0" strike="noStrike" spc="-1">
              <a:latin typeface="Arial"/>
            </a:endParaRPr>
          </a:p>
        </p:txBody>
      </p:sp>
      <p:sp>
        <p:nvSpPr>
          <p:cNvPr id="450" name="CustomShape 19"/>
          <p:cNvSpPr/>
          <p:nvPr/>
        </p:nvSpPr>
        <p:spPr>
          <a:xfrm rot="16200000">
            <a:off x="1515240" y="2024280"/>
            <a:ext cx="1375200" cy="3639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GB" sz="1800" b="0" strike="noStrike" spc="-1">
                <a:solidFill>
                  <a:srgbClr val="000000"/>
                </a:solidFill>
                <a:latin typeface="Calibri"/>
                <a:ea typeface="DejaVu Sans"/>
              </a:rPr>
              <a:t>migration</a:t>
            </a:r>
            <a:endParaRPr lang="en-GB" sz="1800" b="0" strike="noStrike" spc="-1">
              <a:latin typeface="Arial"/>
            </a:endParaRPr>
          </a:p>
        </p:txBody>
      </p:sp>
      <p:sp>
        <p:nvSpPr>
          <p:cNvPr id="451" name="CustomShape 20"/>
          <p:cNvSpPr/>
          <p:nvPr/>
        </p:nvSpPr>
        <p:spPr>
          <a:xfrm>
            <a:off x="6963840" y="2861280"/>
            <a:ext cx="329760" cy="3394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GB" sz="1640" b="0" strike="noStrike" spc="-1">
                <a:solidFill>
                  <a:srgbClr val="000000"/>
                </a:solidFill>
                <a:latin typeface="Calibri"/>
                <a:ea typeface="DejaVu Sans"/>
              </a:rPr>
              <a:t>1</a:t>
            </a:r>
            <a:endParaRPr lang="en-GB" sz="1640" b="0" strike="noStrike" spc="-1">
              <a:latin typeface="Arial"/>
            </a:endParaRPr>
          </a:p>
        </p:txBody>
      </p:sp>
      <p:sp>
        <p:nvSpPr>
          <p:cNvPr id="452" name="CustomShape 21"/>
          <p:cNvSpPr/>
          <p:nvPr/>
        </p:nvSpPr>
        <p:spPr>
          <a:xfrm>
            <a:off x="7291080" y="2861280"/>
            <a:ext cx="309960" cy="3394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GB" sz="1640" b="0" strike="noStrike" spc="-1">
                <a:solidFill>
                  <a:srgbClr val="000000"/>
                </a:solidFill>
                <a:latin typeface="Calibri"/>
                <a:ea typeface="DejaVu Sans"/>
              </a:rPr>
              <a:t>2</a:t>
            </a:r>
            <a:endParaRPr lang="en-GB" sz="1640" b="0" strike="noStrike" spc="-1">
              <a:latin typeface="Arial"/>
            </a:endParaRPr>
          </a:p>
        </p:txBody>
      </p:sp>
      <p:sp>
        <p:nvSpPr>
          <p:cNvPr id="453" name="CustomShape 22"/>
          <p:cNvSpPr/>
          <p:nvPr/>
        </p:nvSpPr>
        <p:spPr>
          <a:xfrm>
            <a:off x="6980040" y="3159360"/>
            <a:ext cx="309960" cy="26856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454" name="CustomShape 23"/>
          <p:cNvSpPr/>
          <p:nvPr/>
        </p:nvSpPr>
        <p:spPr>
          <a:xfrm>
            <a:off x="7291080" y="3159360"/>
            <a:ext cx="309960" cy="268560"/>
          </a:xfrm>
          <a:prstGeom prst="rect">
            <a:avLst/>
          </a:prstGeom>
          <a:solidFill>
            <a:srgbClr val="FFFFFF"/>
          </a:solidFill>
          <a:ln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455" name="CustomShape 24"/>
          <p:cNvSpPr/>
          <p:nvPr/>
        </p:nvSpPr>
        <p:spPr>
          <a:xfrm>
            <a:off x="7597440" y="3159360"/>
            <a:ext cx="309960" cy="26856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1"/>
            </a:solidFill>
            <a:round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456" name="CustomShape 25"/>
          <p:cNvSpPr/>
          <p:nvPr/>
        </p:nvSpPr>
        <p:spPr>
          <a:xfrm>
            <a:off x="6980040" y="3429000"/>
            <a:ext cx="309960" cy="268560"/>
          </a:xfrm>
          <a:prstGeom prst="rect">
            <a:avLst/>
          </a:prstGeom>
          <a:ln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457" name="CustomShape 26"/>
          <p:cNvSpPr/>
          <p:nvPr/>
        </p:nvSpPr>
        <p:spPr>
          <a:xfrm>
            <a:off x="7291080" y="3429000"/>
            <a:ext cx="309960" cy="268560"/>
          </a:xfrm>
          <a:prstGeom prst="rect">
            <a:avLst/>
          </a:prstGeom>
          <a:solidFill>
            <a:srgbClr val="FFFF00"/>
          </a:solidFill>
          <a:ln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458" name="CustomShape 27"/>
          <p:cNvSpPr/>
          <p:nvPr/>
        </p:nvSpPr>
        <p:spPr>
          <a:xfrm>
            <a:off x="7597440" y="3432600"/>
            <a:ext cx="309960" cy="26856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1"/>
            </a:solidFill>
            <a:round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459" name="CustomShape 28"/>
          <p:cNvSpPr/>
          <p:nvPr/>
        </p:nvSpPr>
        <p:spPr>
          <a:xfrm>
            <a:off x="6980040" y="3698640"/>
            <a:ext cx="309960" cy="26856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460" name="CustomShape 29"/>
          <p:cNvSpPr/>
          <p:nvPr/>
        </p:nvSpPr>
        <p:spPr>
          <a:xfrm>
            <a:off x="7291080" y="3698640"/>
            <a:ext cx="309960" cy="268560"/>
          </a:xfrm>
          <a:prstGeom prst="rect">
            <a:avLst/>
          </a:prstGeom>
          <a:solidFill>
            <a:srgbClr val="FFFFCC"/>
          </a:solidFill>
          <a:ln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461" name="CustomShape 30"/>
          <p:cNvSpPr/>
          <p:nvPr/>
        </p:nvSpPr>
        <p:spPr>
          <a:xfrm>
            <a:off x="7597440" y="3698640"/>
            <a:ext cx="309960" cy="26856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1"/>
            </a:solidFill>
            <a:round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462" name="CustomShape 31"/>
          <p:cNvSpPr/>
          <p:nvPr/>
        </p:nvSpPr>
        <p:spPr>
          <a:xfrm>
            <a:off x="6636600" y="3121920"/>
            <a:ext cx="309960" cy="3394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GB" sz="1640" b="0" strike="noStrike" spc="-1">
                <a:solidFill>
                  <a:srgbClr val="000000"/>
                </a:solidFill>
                <a:latin typeface="Calibri"/>
                <a:ea typeface="DejaVu Sans"/>
              </a:rPr>
              <a:t>1</a:t>
            </a:r>
            <a:endParaRPr lang="en-GB" sz="1640" b="0" strike="noStrike" spc="-1">
              <a:latin typeface="Arial"/>
            </a:endParaRPr>
          </a:p>
        </p:txBody>
      </p:sp>
      <p:sp>
        <p:nvSpPr>
          <p:cNvPr id="463" name="CustomShape 32"/>
          <p:cNvSpPr/>
          <p:nvPr/>
        </p:nvSpPr>
        <p:spPr>
          <a:xfrm>
            <a:off x="6636600" y="3396240"/>
            <a:ext cx="309960" cy="3394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GB" sz="1640" b="0" strike="noStrike" spc="-1">
                <a:solidFill>
                  <a:srgbClr val="000000"/>
                </a:solidFill>
                <a:latin typeface="Calibri"/>
                <a:ea typeface="DejaVu Sans"/>
              </a:rPr>
              <a:t>2</a:t>
            </a:r>
            <a:endParaRPr lang="en-GB" sz="1640" b="0" strike="noStrike" spc="-1">
              <a:latin typeface="Arial"/>
            </a:endParaRPr>
          </a:p>
        </p:txBody>
      </p:sp>
      <p:sp>
        <p:nvSpPr>
          <p:cNvPr id="464" name="CustomShape 33"/>
          <p:cNvSpPr/>
          <p:nvPr/>
        </p:nvSpPr>
        <p:spPr>
          <a:xfrm>
            <a:off x="6636600" y="3670560"/>
            <a:ext cx="309960" cy="3394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GB" sz="1640" b="0" strike="noStrike" spc="-1">
                <a:solidFill>
                  <a:srgbClr val="000000"/>
                </a:solidFill>
                <a:latin typeface="Calibri"/>
                <a:ea typeface="DejaVu Sans"/>
              </a:rPr>
              <a:t>3</a:t>
            </a:r>
            <a:endParaRPr lang="en-GB" sz="1640" b="0" strike="noStrike" spc="-1">
              <a:latin typeface="Arial"/>
            </a:endParaRPr>
          </a:p>
        </p:txBody>
      </p:sp>
      <p:sp>
        <p:nvSpPr>
          <p:cNvPr id="465" name="CustomShape 34"/>
          <p:cNvSpPr/>
          <p:nvPr/>
        </p:nvSpPr>
        <p:spPr>
          <a:xfrm>
            <a:off x="7597440" y="2861280"/>
            <a:ext cx="309960" cy="3394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GB" sz="1640" b="0" strike="noStrike" spc="-1">
                <a:solidFill>
                  <a:srgbClr val="000000"/>
                </a:solidFill>
                <a:latin typeface="Calibri"/>
                <a:ea typeface="DejaVu Sans"/>
              </a:rPr>
              <a:t>3</a:t>
            </a:r>
            <a:endParaRPr lang="en-GB" sz="1640" b="0" strike="noStrike" spc="-1">
              <a:latin typeface="Arial"/>
            </a:endParaRPr>
          </a:p>
        </p:txBody>
      </p:sp>
      <p:sp>
        <p:nvSpPr>
          <p:cNvPr id="466" name="CustomShape 35"/>
          <p:cNvSpPr/>
          <p:nvPr/>
        </p:nvSpPr>
        <p:spPr>
          <a:xfrm rot="16200000">
            <a:off x="6448320" y="2024280"/>
            <a:ext cx="1375200" cy="3639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GB" sz="1800" b="0" strike="noStrike" spc="-1">
                <a:solidFill>
                  <a:srgbClr val="000000"/>
                </a:solidFill>
                <a:latin typeface="Calibri"/>
                <a:ea typeface="DejaVu Sans"/>
              </a:rPr>
              <a:t>reagent_id</a:t>
            </a:r>
            <a:endParaRPr lang="en-GB" sz="1800" b="0" strike="noStrike" spc="-1">
              <a:latin typeface="Arial"/>
            </a:endParaRPr>
          </a:p>
        </p:txBody>
      </p:sp>
      <p:sp>
        <p:nvSpPr>
          <p:cNvPr id="467" name="CustomShape 36"/>
          <p:cNvSpPr/>
          <p:nvPr/>
        </p:nvSpPr>
        <p:spPr>
          <a:xfrm rot="16200000">
            <a:off x="6661800" y="1930680"/>
            <a:ext cx="1562400" cy="3639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GB" sz="1800" b="0" strike="noStrike" spc="-1">
                <a:solidFill>
                  <a:srgbClr val="000000"/>
                </a:solidFill>
                <a:latin typeface="Calibri"/>
                <a:ea typeface="DejaVu Sans"/>
              </a:rPr>
              <a:t>gene_symbol</a:t>
            </a:r>
            <a:endParaRPr lang="en-GB" sz="1800" b="0" strike="noStrike" spc="-1">
              <a:latin typeface="Arial"/>
            </a:endParaRPr>
          </a:p>
        </p:txBody>
      </p:sp>
      <p:sp>
        <p:nvSpPr>
          <p:cNvPr id="468" name="CustomShape 37"/>
          <p:cNvSpPr/>
          <p:nvPr/>
        </p:nvSpPr>
        <p:spPr>
          <a:xfrm rot="16200000">
            <a:off x="6960960" y="1930680"/>
            <a:ext cx="1562400" cy="3639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GB" sz="1800" b="0" strike="noStrike" spc="-1">
                <a:solidFill>
                  <a:srgbClr val="000000"/>
                </a:solidFill>
                <a:latin typeface="Calibri"/>
                <a:ea typeface="DejaVu Sans"/>
              </a:rPr>
              <a:t>elongatedness</a:t>
            </a:r>
            <a:endParaRPr lang="en-GB" sz="1800" b="0" strike="noStrike" spc="-1">
              <a:latin typeface="Arial"/>
            </a:endParaRPr>
          </a:p>
        </p:txBody>
      </p:sp>
      <p:sp>
        <p:nvSpPr>
          <p:cNvPr id="469" name="CustomShape 38"/>
          <p:cNvSpPr/>
          <p:nvPr/>
        </p:nvSpPr>
        <p:spPr>
          <a:xfrm>
            <a:off x="2954520" y="2899080"/>
            <a:ext cx="309960" cy="268560"/>
          </a:xfrm>
          <a:prstGeom prst="rect">
            <a:avLst/>
          </a:prstGeom>
          <a:ln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470" name="CustomShape 39"/>
          <p:cNvSpPr/>
          <p:nvPr/>
        </p:nvSpPr>
        <p:spPr>
          <a:xfrm>
            <a:off x="3265560" y="2899080"/>
            <a:ext cx="309960" cy="268560"/>
          </a:xfrm>
          <a:prstGeom prst="rect">
            <a:avLst/>
          </a:prstGeom>
          <a:solidFill>
            <a:srgbClr val="FFFF00"/>
          </a:solidFill>
          <a:ln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471" name="CustomShape 40"/>
          <p:cNvSpPr/>
          <p:nvPr/>
        </p:nvSpPr>
        <p:spPr>
          <a:xfrm>
            <a:off x="3571920" y="2899080"/>
            <a:ext cx="309960" cy="268560"/>
          </a:xfrm>
          <a:prstGeom prst="rect">
            <a:avLst/>
          </a:prstGeom>
          <a:ln>
            <a:round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472" name="CustomShape 41"/>
          <p:cNvSpPr/>
          <p:nvPr/>
        </p:nvSpPr>
        <p:spPr>
          <a:xfrm>
            <a:off x="5461200" y="3432600"/>
            <a:ext cx="309960" cy="268560"/>
          </a:xfrm>
          <a:prstGeom prst="rect">
            <a:avLst/>
          </a:prstGeom>
          <a:ln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473" name="CustomShape 42"/>
          <p:cNvSpPr/>
          <p:nvPr/>
        </p:nvSpPr>
        <p:spPr>
          <a:xfrm>
            <a:off x="5772240" y="3432600"/>
            <a:ext cx="309960" cy="268560"/>
          </a:xfrm>
          <a:prstGeom prst="rect">
            <a:avLst/>
          </a:prstGeom>
          <a:solidFill>
            <a:srgbClr val="FFFF00"/>
          </a:solidFill>
          <a:ln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474" name="CustomShape 43"/>
          <p:cNvSpPr/>
          <p:nvPr/>
        </p:nvSpPr>
        <p:spPr>
          <a:xfrm>
            <a:off x="6078240" y="3432600"/>
            <a:ext cx="309960" cy="26856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1"/>
            </a:solidFill>
            <a:round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475" name="CustomShape 44"/>
          <p:cNvSpPr/>
          <p:nvPr/>
        </p:nvSpPr>
        <p:spPr>
          <a:xfrm>
            <a:off x="5456160" y="3968280"/>
            <a:ext cx="309960" cy="26856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476" name="CustomShape 45"/>
          <p:cNvSpPr/>
          <p:nvPr/>
        </p:nvSpPr>
        <p:spPr>
          <a:xfrm>
            <a:off x="5767200" y="3968280"/>
            <a:ext cx="309960" cy="268560"/>
          </a:xfrm>
          <a:prstGeom prst="rect">
            <a:avLst/>
          </a:prstGeom>
          <a:solidFill>
            <a:srgbClr val="FFFFCC"/>
          </a:solidFill>
          <a:ln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477" name="CustomShape 46"/>
          <p:cNvSpPr/>
          <p:nvPr/>
        </p:nvSpPr>
        <p:spPr>
          <a:xfrm>
            <a:off x="6073560" y="3968280"/>
            <a:ext cx="309960" cy="26856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1"/>
            </a:solidFill>
            <a:round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478" name="CustomShape 47"/>
          <p:cNvSpPr/>
          <p:nvPr/>
        </p:nvSpPr>
        <p:spPr>
          <a:xfrm>
            <a:off x="5447520" y="2899080"/>
            <a:ext cx="309960" cy="26856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479" name="CustomShape 48"/>
          <p:cNvSpPr/>
          <p:nvPr/>
        </p:nvSpPr>
        <p:spPr>
          <a:xfrm>
            <a:off x="5758560" y="2899080"/>
            <a:ext cx="309960" cy="268560"/>
          </a:xfrm>
          <a:prstGeom prst="rect">
            <a:avLst/>
          </a:prstGeom>
          <a:solidFill>
            <a:srgbClr val="FFFFFF"/>
          </a:solidFill>
          <a:ln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480" name="CustomShape 49"/>
          <p:cNvSpPr/>
          <p:nvPr/>
        </p:nvSpPr>
        <p:spPr>
          <a:xfrm>
            <a:off x="6064560" y="2899080"/>
            <a:ext cx="309960" cy="26856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1"/>
            </a:solidFill>
            <a:round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481" name="CustomShape 50"/>
          <p:cNvSpPr/>
          <p:nvPr/>
        </p:nvSpPr>
        <p:spPr>
          <a:xfrm>
            <a:off x="2952360" y="3423240"/>
            <a:ext cx="309960" cy="26856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482" name="CustomShape 51"/>
          <p:cNvSpPr/>
          <p:nvPr/>
        </p:nvSpPr>
        <p:spPr>
          <a:xfrm>
            <a:off x="3263400" y="3423240"/>
            <a:ext cx="309960" cy="268560"/>
          </a:xfrm>
          <a:prstGeom prst="rect">
            <a:avLst/>
          </a:prstGeom>
          <a:solidFill>
            <a:srgbClr val="FFFFCC"/>
          </a:solidFill>
          <a:ln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483" name="CustomShape 52"/>
          <p:cNvSpPr/>
          <p:nvPr/>
        </p:nvSpPr>
        <p:spPr>
          <a:xfrm>
            <a:off x="3569400" y="3423240"/>
            <a:ext cx="309960" cy="268560"/>
          </a:xfrm>
          <a:prstGeom prst="rect">
            <a:avLst/>
          </a:prstGeom>
          <a:ln>
            <a:round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484" name="CustomShape 53"/>
          <p:cNvSpPr/>
          <p:nvPr/>
        </p:nvSpPr>
        <p:spPr>
          <a:xfrm>
            <a:off x="2947320" y="3972240"/>
            <a:ext cx="309960" cy="26856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485" name="CustomShape 54"/>
          <p:cNvSpPr/>
          <p:nvPr/>
        </p:nvSpPr>
        <p:spPr>
          <a:xfrm>
            <a:off x="3258360" y="3972240"/>
            <a:ext cx="309960" cy="268560"/>
          </a:xfrm>
          <a:prstGeom prst="rect">
            <a:avLst/>
          </a:prstGeom>
          <a:solidFill>
            <a:srgbClr val="FFFFFF"/>
          </a:solidFill>
          <a:ln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486" name="CustomShape 55"/>
          <p:cNvSpPr/>
          <p:nvPr/>
        </p:nvSpPr>
        <p:spPr>
          <a:xfrm>
            <a:off x="3564720" y="3972240"/>
            <a:ext cx="309960" cy="268560"/>
          </a:xfrm>
          <a:prstGeom prst="rect">
            <a:avLst/>
          </a:prstGeom>
          <a:ln>
            <a:round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487" name="CustomShape 56"/>
          <p:cNvSpPr/>
          <p:nvPr/>
        </p:nvSpPr>
        <p:spPr>
          <a:xfrm>
            <a:off x="3993120" y="3121920"/>
            <a:ext cx="1290960" cy="44424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>
            <a:round/>
            <a:tailEnd type="triangle" w="med" len="med"/>
          </a:ln>
          <a:effectLst>
            <a:outerShdw blurRad="40000" dist="20160" dir="5400000" rotWithShape="0">
              <a:srgbClr val="000000">
                <a:alpha val="38000"/>
              </a:srgbClr>
            </a:outerShdw>
          </a:effectLst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488" name="CustomShape 57"/>
          <p:cNvSpPr/>
          <p:nvPr/>
        </p:nvSpPr>
        <p:spPr>
          <a:xfrm flipV="1">
            <a:off x="3989880" y="3030480"/>
            <a:ext cx="1294200" cy="106884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>
            <a:round/>
            <a:tailEnd type="triangle" w="med" len="med"/>
          </a:ln>
          <a:effectLst>
            <a:outerShdw blurRad="40000" dist="20160" dir="5400000" rotWithShape="0">
              <a:srgbClr val="000000">
                <a:alpha val="38000"/>
              </a:srgbClr>
            </a:outerShdw>
          </a:effectLst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489" name="CustomShape 58"/>
          <p:cNvSpPr/>
          <p:nvPr/>
        </p:nvSpPr>
        <p:spPr>
          <a:xfrm>
            <a:off x="3993120" y="3558240"/>
            <a:ext cx="1290960" cy="54360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>
            <a:round/>
            <a:tailEnd type="triangle" w="med" len="med"/>
          </a:ln>
          <a:effectLst>
            <a:outerShdw blurRad="40000" dist="20160" dir="5400000" rotWithShape="0">
              <a:srgbClr val="000000">
                <a:alpha val="38000"/>
              </a:srgbClr>
            </a:outerShdw>
          </a:effectLst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490" name="CustomShape 59"/>
          <p:cNvSpPr/>
          <p:nvPr/>
        </p:nvSpPr>
        <p:spPr>
          <a:xfrm>
            <a:off x="763560" y="5374440"/>
            <a:ext cx="4705200" cy="6382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GB" sz="1800" b="0" strike="noStrike" spc="-1">
                <a:solidFill>
                  <a:srgbClr val="000000"/>
                </a:solidFill>
                <a:latin typeface="Courier New"/>
                <a:ea typeface="DejaVu Sans"/>
              </a:rPr>
              <a:t>merge(df1, df2, </a:t>
            </a:r>
            <a:r>
              <a:rPr lang="en-GB" sz="1800" b="0" strike="noStrike" spc="-1">
                <a:solidFill>
                  <a:srgbClr val="E46C0A"/>
                </a:solidFill>
                <a:latin typeface="Courier New"/>
                <a:ea typeface="DejaVu Sans"/>
              </a:rPr>
              <a:t>by = c(“reagent_id”, “gene_symbol”)</a:t>
            </a:r>
            <a:r>
              <a:rPr lang="en-GB" sz="1800" b="0" strike="noStrike" spc="-1">
                <a:solidFill>
                  <a:srgbClr val="000000"/>
                </a:solidFill>
                <a:latin typeface="Courier New"/>
                <a:ea typeface="DejaVu Sans"/>
              </a:rPr>
              <a:t>)</a:t>
            </a:r>
            <a:endParaRPr lang="en-GB" sz="1800" b="0" strike="noStrike" spc="-1">
              <a:latin typeface="Arial"/>
            </a:endParaRPr>
          </a:p>
        </p:txBody>
      </p:sp>
      <p:sp>
        <p:nvSpPr>
          <p:cNvPr id="491" name="CustomShape 60"/>
          <p:cNvSpPr/>
          <p:nvPr/>
        </p:nvSpPr>
        <p:spPr>
          <a:xfrm>
            <a:off x="6395040" y="5779800"/>
            <a:ext cx="309960" cy="268560"/>
          </a:xfrm>
          <a:prstGeom prst="rect">
            <a:avLst/>
          </a:prstGeom>
          <a:ln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492" name="CustomShape 61"/>
          <p:cNvSpPr/>
          <p:nvPr/>
        </p:nvSpPr>
        <p:spPr>
          <a:xfrm>
            <a:off x="6706080" y="5779800"/>
            <a:ext cx="309960" cy="268560"/>
          </a:xfrm>
          <a:prstGeom prst="rect">
            <a:avLst/>
          </a:prstGeom>
          <a:solidFill>
            <a:srgbClr val="FFFF00"/>
          </a:solidFill>
          <a:ln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493" name="CustomShape 62"/>
          <p:cNvSpPr/>
          <p:nvPr/>
        </p:nvSpPr>
        <p:spPr>
          <a:xfrm>
            <a:off x="7012440" y="5779800"/>
            <a:ext cx="309960" cy="268560"/>
          </a:xfrm>
          <a:prstGeom prst="rect">
            <a:avLst/>
          </a:prstGeom>
          <a:ln>
            <a:round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494" name="CustomShape 63"/>
          <p:cNvSpPr/>
          <p:nvPr/>
        </p:nvSpPr>
        <p:spPr>
          <a:xfrm>
            <a:off x="6395040" y="6049440"/>
            <a:ext cx="309960" cy="26856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495" name="CustomShape 64"/>
          <p:cNvSpPr/>
          <p:nvPr/>
        </p:nvSpPr>
        <p:spPr>
          <a:xfrm>
            <a:off x="6706080" y="6049440"/>
            <a:ext cx="309960" cy="268560"/>
          </a:xfrm>
          <a:prstGeom prst="rect">
            <a:avLst/>
          </a:prstGeom>
          <a:solidFill>
            <a:srgbClr val="FFFFCC"/>
          </a:solidFill>
          <a:ln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496" name="CustomShape 65"/>
          <p:cNvSpPr/>
          <p:nvPr/>
        </p:nvSpPr>
        <p:spPr>
          <a:xfrm>
            <a:off x="7012440" y="6049440"/>
            <a:ext cx="309960" cy="268560"/>
          </a:xfrm>
          <a:prstGeom prst="rect">
            <a:avLst/>
          </a:prstGeom>
          <a:ln>
            <a:round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497" name="CustomShape 66"/>
          <p:cNvSpPr/>
          <p:nvPr/>
        </p:nvSpPr>
        <p:spPr>
          <a:xfrm>
            <a:off x="6395040" y="6319080"/>
            <a:ext cx="309960" cy="26856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498" name="CustomShape 67"/>
          <p:cNvSpPr/>
          <p:nvPr/>
        </p:nvSpPr>
        <p:spPr>
          <a:xfrm>
            <a:off x="6706080" y="6319080"/>
            <a:ext cx="309960" cy="268560"/>
          </a:xfrm>
          <a:prstGeom prst="rect">
            <a:avLst/>
          </a:prstGeom>
          <a:solidFill>
            <a:srgbClr val="FFFFFF"/>
          </a:solidFill>
          <a:ln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499" name="CustomShape 68"/>
          <p:cNvSpPr/>
          <p:nvPr/>
        </p:nvSpPr>
        <p:spPr>
          <a:xfrm>
            <a:off x="7012440" y="6319080"/>
            <a:ext cx="309960" cy="268560"/>
          </a:xfrm>
          <a:prstGeom prst="rect">
            <a:avLst/>
          </a:prstGeom>
          <a:ln>
            <a:round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500" name="CustomShape 69"/>
          <p:cNvSpPr/>
          <p:nvPr/>
        </p:nvSpPr>
        <p:spPr>
          <a:xfrm>
            <a:off x="7323480" y="5783040"/>
            <a:ext cx="309960" cy="26856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1"/>
            </a:solidFill>
            <a:round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501" name="CustomShape 70"/>
          <p:cNvSpPr/>
          <p:nvPr/>
        </p:nvSpPr>
        <p:spPr>
          <a:xfrm>
            <a:off x="7323480" y="6055920"/>
            <a:ext cx="309960" cy="26856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1"/>
            </a:solidFill>
            <a:round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502" name="CustomShape 71"/>
          <p:cNvSpPr/>
          <p:nvPr/>
        </p:nvSpPr>
        <p:spPr>
          <a:xfrm>
            <a:off x="7323480" y="6321960"/>
            <a:ext cx="309960" cy="26856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1"/>
            </a:solidFill>
            <a:round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503" name="CustomShape 72"/>
          <p:cNvSpPr/>
          <p:nvPr/>
        </p:nvSpPr>
        <p:spPr>
          <a:xfrm rot="16200000">
            <a:off x="5842080" y="4942440"/>
            <a:ext cx="1375200" cy="3639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GB" sz="1800" b="0" strike="noStrike" spc="-1">
                <a:solidFill>
                  <a:srgbClr val="000000"/>
                </a:solidFill>
                <a:latin typeface="Calibri"/>
                <a:ea typeface="DejaVu Sans"/>
              </a:rPr>
              <a:t>reagent_id</a:t>
            </a:r>
            <a:endParaRPr lang="en-GB" sz="1800" b="0" strike="noStrike" spc="-1">
              <a:latin typeface="Arial"/>
            </a:endParaRPr>
          </a:p>
        </p:txBody>
      </p:sp>
      <p:sp>
        <p:nvSpPr>
          <p:cNvPr id="504" name="CustomShape 73"/>
          <p:cNvSpPr/>
          <p:nvPr/>
        </p:nvSpPr>
        <p:spPr>
          <a:xfrm rot="16200000">
            <a:off x="6055560" y="4848840"/>
            <a:ext cx="1562400" cy="3639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GB" sz="1800" b="0" strike="noStrike" spc="-1">
                <a:solidFill>
                  <a:srgbClr val="000000"/>
                </a:solidFill>
                <a:latin typeface="Calibri"/>
                <a:ea typeface="DejaVu Sans"/>
              </a:rPr>
              <a:t>gene_symbol</a:t>
            </a:r>
            <a:endParaRPr lang="en-GB" sz="1800" b="0" strike="noStrike" spc="-1">
              <a:latin typeface="Arial"/>
            </a:endParaRPr>
          </a:p>
        </p:txBody>
      </p:sp>
      <p:sp>
        <p:nvSpPr>
          <p:cNvPr id="505" name="CustomShape 74"/>
          <p:cNvSpPr/>
          <p:nvPr/>
        </p:nvSpPr>
        <p:spPr>
          <a:xfrm rot="16200000">
            <a:off x="6692400" y="4848840"/>
            <a:ext cx="1562400" cy="3639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GB" sz="1800" b="0" strike="noStrike" spc="-1">
                <a:solidFill>
                  <a:srgbClr val="000000"/>
                </a:solidFill>
                <a:latin typeface="Calibri"/>
                <a:ea typeface="DejaVu Sans"/>
              </a:rPr>
              <a:t>elongatedness</a:t>
            </a:r>
            <a:endParaRPr lang="en-GB" sz="1800" b="0" strike="noStrike" spc="-1">
              <a:latin typeface="Arial"/>
            </a:endParaRPr>
          </a:p>
        </p:txBody>
      </p:sp>
      <p:sp>
        <p:nvSpPr>
          <p:cNvPr id="506" name="CustomShape 75"/>
          <p:cNvSpPr/>
          <p:nvPr/>
        </p:nvSpPr>
        <p:spPr>
          <a:xfrm rot="16200000">
            <a:off x="6458760" y="4944600"/>
            <a:ext cx="1375200" cy="3639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GB" sz="1800" b="0" strike="noStrike" spc="-1">
                <a:solidFill>
                  <a:srgbClr val="000000"/>
                </a:solidFill>
                <a:latin typeface="Calibri"/>
                <a:ea typeface="DejaVu Sans"/>
              </a:rPr>
              <a:t>migration</a:t>
            </a:r>
            <a:endParaRPr lang="en-GB" sz="1800" b="0" strike="noStrike" spc="-1">
              <a:latin typeface="Arial"/>
            </a:endParaRPr>
          </a:p>
        </p:txBody>
      </p:sp>
      <p:sp>
        <p:nvSpPr>
          <p:cNvPr id="507" name="CustomShape 76"/>
          <p:cNvSpPr/>
          <p:nvPr/>
        </p:nvSpPr>
        <p:spPr>
          <a:xfrm>
            <a:off x="360720" y="3396240"/>
            <a:ext cx="496080" cy="3639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n-GB" sz="1800" b="0" strike="noStrike" spc="-1">
                <a:solidFill>
                  <a:srgbClr val="000000"/>
                </a:solidFill>
                <a:latin typeface="Calibri"/>
                <a:ea typeface="DejaVu Sans"/>
              </a:rPr>
              <a:t>df1</a:t>
            </a:r>
            <a:endParaRPr lang="en-GB" sz="1800" b="0" strike="noStrike" spc="-1">
              <a:latin typeface="Arial"/>
            </a:endParaRPr>
          </a:p>
        </p:txBody>
      </p:sp>
      <p:sp>
        <p:nvSpPr>
          <p:cNvPr id="508" name="CustomShape 77"/>
          <p:cNvSpPr/>
          <p:nvPr/>
        </p:nvSpPr>
        <p:spPr>
          <a:xfrm>
            <a:off x="8211240" y="3323520"/>
            <a:ext cx="496080" cy="3639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n-GB" sz="1800" b="0" strike="noStrike" spc="-1">
                <a:solidFill>
                  <a:srgbClr val="000000"/>
                </a:solidFill>
                <a:latin typeface="Calibri"/>
                <a:ea typeface="DejaVu Sans"/>
              </a:rPr>
              <a:t>df2</a:t>
            </a:r>
            <a:endParaRPr lang="en-GB" sz="1800" b="0" strike="noStrike" spc="-1">
              <a:latin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CustomShape 1"/>
          <p:cNvSpPr/>
          <p:nvPr/>
        </p:nvSpPr>
        <p:spPr>
          <a:xfrm>
            <a:off x="0" y="0"/>
            <a:ext cx="9142920" cy="68569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510" name="CustomShape 2"/>
          <p:cNvSpPr/>
          <p:nvPr/>
        </p:nvSpPr>
        <p:spPr>
          <a:xfrm>
            <a:off x="912960" y="2222640"/>
            <a:ext cx="3518640" cy="24112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rmAutofit/>
          </a:bodyPr>
          <a:lstStyle/>
          <a:p>
            <a:pPr>
              <a:lnSpc>
                <a:spcPct val="90000"/>
              </a:lnSpc>
              <a:spcAft>
                <a:spcPts val="601"/>
              </a:spcAft>
              <a:tabLst>
                <a:tab pos="0" algn="l"/>
              </a:tabLst>
            </a:pPr>
            <a:r>
              <a:rPr lang="en-US" sz="5400" b="1" strike="noStrike" spc="-1">
                <a:solidFill>
                  <a:srgbClr val="000000"/>
                </a:solidFill>
                <a:latin typeface="Calibri"/>
                <a:ea typeface="DejaVu Sans"/>
              </a:rPr>
              <a:t>Let’s explore practically</a:t>
            </a:r>
            <a:endParaRPr lang="en-GB" sz="5400" b="0" strike="noStrike" spc="-1">
              <a:latin typeface="Arial"/>
            </a:endParaRPr>
          </a:p>
        </p:txBody>
      </p:sp>
      <p:sp>
        <p:nvSpPr>
          <p:cNvPr id="511" name="CustomShape 3"/>
          <p:cNvSpPr/>
          <p:nvPr/>
        </p:nvSpPr>
        <p:spPr>
          <a:xfrm>
            <a:off x="4132800" y="851400"/>
            <a:ext cx="4637520" cy="5153760"/>
          </a:xfrm>
          <a:custGeom>
            <a:avLst/>
            <a:gdLst/>
            <a:ahLst/>
            <a:cxnLst/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1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4"/>
                  <a:pt x="2445216" y="109244"/>
                </a:cubicBezTo>
                <a:cubicBezTo>
                  <a:pt x="1625714" y="109244"/>
                  <a:pt x="1625714" y="109244"/>
                  <a:pt x="1625714" y="109244"/>
                </a:cubicBezTo>
                <a:cubicBezTo>
                  <a:pt x="1572615" y="109244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8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1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pic>
        <p:nvPicPr>
          <p:cNvPr id="512" name="Graphic 5_2" descr="Cmd Terminal outline"/>
          <p:cNvPicPr/>
          <p:nvPr/>
        </p:nvPicPr>
        <p:blipFill>
          <a:blip r:embed="rId2"/>
          <a:stretch/>
        </p:blipFill>
        <p:spPr>
          <a:xfrm>
            <a:off x="5484960" y="2341080"/>
            <a:ext cx="2745360" cy="274536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CustomShape 1"/>
          <p:cNvSpPr/>
          <p:nvPr/>
        </p:nvSpPr>
        <p:spPr>
          <a:xfrm>
            <a:off x="457200" y="274680"/>
            <a:ext cx="8228520" cy="1141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GB" sz="4400" b="1" strike="noStrike" spc="-1">
                <a:solidFill>
                  <a:srgbClr val="000000"/>
                </a:solidFill>
                <a:latin typeface="Calibri"/>
                <a:ea typeface="DejaVu Sans"/>
              </a:rPr>
              <a:t>Write files from R</a:t>
            </a:r>
            <a:endParaRPr lang="en-GB" sz="4400" b="0" strike="noStrike" spc="-1">
              <a:latin typeface="Arial"/>
            </a:endParaRPr>
          </a:p>
        </p:txBody>
      </p:sp>
      <p:pic>
        <p:nvPicPr>
          <p:cNvPr id="514" name="Picture 5_1" descr="Graphical user interface, application, Teams&#10;&#10;Description automatically generated"/>
          <p:cNvPicPr/>
          <p:nvPr/>
        </p:nvPicPr>
        <p:blipFill>
          <a:blip r:embed="rId2"/>
          <a:stretch/>
        </p:blipFill>
        <p:spPr>
          <a:xfrm>
            <a:off x="2572920" y="1167120"/>
            <a:ext cx="3808800" cy="2056320"/>
          </a:xfrm>
          <a:prstGeom prst="rect">
            <a:avLst/>
          </a:prstGeom>
          <a:ln>
            <a:noFill/>
          </a:ln>
        </p:spPr>
      </p:pic>
      <p:sp>
        <p:nvSpPr>
          <p:cNvPr id="515" name="CustomShape 2"/>
          <p:cNvSpPr/>
          <p:nvPr/>
        </p:nvSpPr>
        <p:spPr>
          <a:xfrm>
            <a:off x="288000" y="3231720"/>
            <a:ext cx="8559000" cy="2214537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n-GB" sz="24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Base functions:</a:t>
            </a:r>
            <a:endParaRPr lang="en-GB" sz="2400" b="0" strike="noStrike" spc="-1" dirty="0">
              <a:latin typeface="Arial"/>
            </a:endParaRPr>
          </a:p>
          <a:p>
            <a:pPr>
              <a:lnSpc>
                <a:spcPct val="100000"/>
              </a:lnSpc>
            </a:pPr>
            <a:endParaRPr lang="en-GB" sz="2400" b="0" strike="noStrike" spc="-1" dirty="0">
              <a:latin typeface="Arial"/>
            </a:endParaRPr>
          </a:p>
          <a:p>
            <a:pPr marL="216000" indent="-215280" algn="just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GB" spc="-1" dirty="0">
                <a:solidFill>
                  <a:srgbClr val="000000"/>
                </a:solidFill>
                <a:latin typeface="Courier New"/>
                <a:ea typeface="Calibri"/>
              </a:rPr>
              <a:t> </a:t>
            </a:r>
            <a:r>
              <a:rPr lang="en-GB" sz="1800" b="1" strike="noStrike" spc="-1" dirty="0" err="1">
                <a:solidFill>
                  <a:srgbClr val="000000"/>
                </a:solidFill>
                <a:latin typeface="Courier New"/>
                <a:ea typeface="Calibri"/>
              </a:rPr>
              <a:t>write.table</a:t>
            </a:r>
            <a:r>
              <a:rPr lang="en-GB" sz="1800" b="0" strike="noStrike" spc="-1" dirty="0">
                <a:solidFill>
                  <a:srgbClr val="000000"/>
                </a:solidFill>
                <a:latin typeface="Courier New"/>
                <a:ea typeface="Calibri"/>
              </a:rPr>
              <a:t>(</a:t>
            </a:r>
            <a:r>
              <a:rPr lang="en-GB" sz="1800" b="0" strike="noStrike" spc="-1" dirty="0" err="1">
                <a:solidFill>
                  <a:srgbClr val="000000"/>
                </a:solidFill>
                <a:highlight>
                  <a:srgbClr val="FFFF00"/>
                </a:highlight>
                <a:latin typeface="Courier New"/>
                <a:ea typeface="Calibri"/>
              </a:rPr>
              <a:t>my_data</a:t>
            </a:r>
            <a:r>
              <a:rPr lang="en-GB" sz="1800" b="0" strike="noStrike" spc="-1" dirty="0">
                <a:solidFill>
                  <a:srgbClr val="000000"/>
                </a:solidFill>
                <a:highlight>
                  <a:srgbClr val="FFFF00"/>
                </a:highlight>
                <a:latin typeface="Courier New"/>
                <a:ea typeface="Calibri"/>
              </a:rPr>
              <a:t>, file = “</a:t>
            </a:r>
            <a:r>
              <a:rPr lang="en-GB" sz="1800" b="0" strike="noStrike" spc="-1" dirty="0" err="1">
                <a:solidFill>
                  <a:srgbClr val="000000"/>
                </a:solidFill>
                <a:highlight>
                  <a:srgbClr val="FFFF00"/>
                </a:highlight>
                <a:latin typeface="Courier New"/>
                <a:ea typeface="Calibri"/>
              </a:rPr>
              <a:t>my_data.txt</a:t>
            </a:r>
            <a:r>
              <a:rPr lang="en-GB" sz="1800" b="0" strike="noStrike" spc="-1" dirty="0">
                <a:solidFill>
                  <a:srgbClr val="000000"/>
                </a:solidFill>
                <a:highlight>
                  <a:srgbClr val="FFFF00"/>
                </a:highlight>
                <a:latin typeface="Courier New"/>
                <a:ea typeface="Calibri"/>
              </a:rPr>
              <a:t>”, </a:t>
            </a:r>
            <a:r>
              <a:rPr lang="en-GB" sz="1800" b="0" strike="noStrike" spc="-1" dirty="0">
                <a:solidFill>
                  <a:srgbClr val="000000"/>
                </a:solidFill>
                <a:latin typeface="Courier New"/>
                <a:ea typeface="Calibri"/>
              </a:rPr>
              <a:t>append = FALSE, </a:t>
            </a:r>
            <a:r>
              <a:rPr lang="en-GB" sz="1800" b="0" strike="noStrike" spc="-1" dirty="0" err="1">
                <a:solidFill>
                  <a:srgbClr val="000000"/>
                </a:solidFill>
                <a:latin typeface="Courier New"/>
                <a:ea typeface="Calibri"/>
              </a:rPr>
              <a:t>sep</a:t>
            </a:r>
            <a:r>
              <a:rPr lang="en-GB" sz="1800" b="0" strike="noStrike" spc="-1" dirty="0">
                <a:solidFill>
                  <a:srgbClr val="000000"/>
                </a:solidFill>
                <a:latin typeface="Courier New"/>
                <a:ea typeface="Calibri"/>
              </a:rPr>
              <a:t> = " ", dec = ".", </a:t>
            </a:r>
            <a:r>
              <a:rPr lang="en-GB" sz="1800" b="0" strike="noStrike" spc="-1" dirty="0" err="1">
                <a:solidFill>
                  <a:srgbClr val="000000"/>
                </a:solidFill>
                <a:latin typeface="Courier New"/>
                <a:ea typeface="Calibri"/>
              </a:rPr>
              <a:t>row.names</a:t>
            </a:r>
            <a:r>
              <a:rPr lang="en-GB" sz="1800" b="0" strike="noStrike" spc="-1" dirty="0">
                <a:solidFill>
                  <a:srgbClr val="000000"/>
                </a:solidFill>
                <a:latin typeface="Courier New"/>
                <a:ea typeface="Calibri"/>
              </a:rPr>
              <a:t> = TRUE, </a:t>
            </a:r>
            <a:r>
              <a:rPr lang="en-GB" sz="1800" b="0" strike="noStrike" spc="-1" dirty="0" err="1">
                <a:solidFill>
                  <a:srgbClr val="000000"/>
                </a:solidFill>
                <a:latin typeface="Courier New"/>
                <a:ea typeface="Calibri"/>
              </a:rPr>
              <a:t>col.names</a:t>
            </a:r>
            <a:r>
              <a:rPr lang="en-GB" sz="1800" b="0" strike="noStrike" spc="-1" dirty="0">
                <a:solidFill>
                  <a:srgbClr val="000000"/>
                </a:solidFill>
                <a:latin typeface="Courier New"/>
                <a:ea typeface="Calibri"/>
              </a:rPr>
              <a:t> = TRUE)</a:t>
            </a:r>
            <a:endParaRPr lang="en-GB" sz="1800" b="0" strike="noStrike" spc="-1" dirty="0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GB" sz="1800" b="0" strike="noStrike" spc="-1" dirty="0">
                <a:solidFill>
                  <a:srgbClr val="FF0000"/>
                </a:solidFill>
                <a:latin typeface="Calibri"/>
                <a:ea typeface="Calibri"/>
              </a:rPr>
              <a:t>Set separator to </a:t>
            </a:r>
            <a:r>
              <a:rPr lang="en-GB" sz="1800" b="0" strike="noStrike" spc="-1" dirty="0" err="1">
                <a:solidFill>
                  <a:srgbClr val="FF0000"/>
                </a:solidFill>
                <a:latin typeface="Courier New"/>
                <a:ea typeface="Calibri"/>
              </a:rPr>
              <a:t>sep</a:t>
            </a:r>
            <a:r>
              <a:rPr lang="en-GB" sz="1800" b="0" strike="noStrike" spc="-1" dirty="0">
                <a:solidFill>
                  <a:srgbClr val="FF0000"/>
                </a:solidFill>
                <a:latin typeface="Courier New"/>
                <a:ea typeface="Calibri"/>
              </a:rPr>
              <a:t> = “\t”</a:t>
            </a:r>
            <a:r>
              <a:rPr lang="en-GB" sz="1800" b="0" strike="noStrike" spc="-1" dirty="0">
                <a:solidFill>
                  <a:srgbClr val="FF0000"/>
                </a:solidFill>
                <a:latin typeface="Calibri"/>
                <a:ea typeface="Calibri"/>
              </a:rPr>
              <a:t> to get tab separated txt file</a:t>
            </a:r>
            <a:endParaRPr lang="en-GB" spc="-1" dirty="0">
              <a:latin typeface="Arial"/>
            </a:endParaRPr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GB" sz="1800" b="1" strike="noStrike" spc="-1" dirty="0" err="1">
                <a:solidFill>
                  <a:srgbClr val="000000"/>
                </a:solidFill>
                <a:latin typeface="Courier New"/>
                <a:ea typeface="Calibri"/>
              </a:rPr>
              <a:t>write.csv</a:t>
            </a:r>
            <a:r>
              <a:rPr lang="en-GB" sz="1800" b="0" strike="noStrike" spc="-1" dirty="0">
                <a:solidFill>
                  <a:srgbClr val="000000"/>
                </a:solidFill>
                <a:latin typeface="Courier New"/>
                <a:ea typeface="Calibri"/>
              </a:rPr>
              <a:t>(</a:t>
            </a:r>
            <a:r>
              <a:rPr lang="en-GB" sz="1800" b="0" strike="noStrike" spc="-1" dirty="0" err="1">
                <a:solidFill>
                  <a:srgbClr val="000000"/>
                </a:solidFill>
                <a:highlight>
                  <a:srgbClr val="FFFF00"/>
                </a:highlight>
                <a:latin typeface="Courier New"/>
                <a:ea typeface="Calibri"/>
              </a:rPr>
              <a:t>my_data</a:t>
            </a:r>
            <a:r>
              <a:rPr lang="en-GB" sz="1800" b="0" strike="noStrike" spc="-1" dirty="0">
                <a:solidFill>
                  <a:srgbClr val="000000"/>
                </a:solidFill>
                <a:highlight>
                  <a:srgbClr val="FFFF00"/>
                </a:highlight>
                <a:latin typeface="Courier New"/>
                <a:ea typeface="Calibri"/>
              </a:rPr>
              <a:t>, file = "</a:t>
            </a:r>
            <a:r>
              <a:rPr lang="en-GB" sz="1800" b="0" strike="noStrike" spc="-1" dirty="0" err="1">
                <a:solidFill>
                  <a:srgbClr val="000000"/>
                </a:solidFill>
                <a:highlight>
                  <a:srgbClr val="FFFF00"/>
                </a:highlight>
                <a:latin typeface="Courier New"/>
                <a:ea typeface="Calibri"/>
              </a:rPr>
              <a:t>my_data.csv</a:t>
            </a:r>
            <a:r>
              <a:rPr lang="en-GB" sz="1800" b="0" strike="noStrike" spc="-1" dirty="0">
                <a:solidFill>
                  <a:srgbClr val="000000"/>
                </a:solidFill>
                <a:highlight>
                  <a:srgbClr val="FFFF00"/>
                </a:highlight>
                <a:latin typeface="Courier New"/>
                <a:ea typeface="Calibri"/>
              </a:rPr>
              <a:t>")</a:t>
            </a:r>
            <a:r>
              <a:rPr lang="en-GB" sz="1800" b="0" strike="noStrike" spc="-1" dirty="0">
                <a:solidFill>
                  <a:srgbClr val="000000"/>
                </a:solidFill>
                <a:latin typeface="Calibri"/>
                <a:ea typeface="Calibri"/>
              </a:rPr>
              <a:t> - comma-separated csv files</a:t>
            </a:r>
            <a:endParaRPr lang="en-GB" sz="1800" b="0" strike="noStrike" spc="-1" dirty="0">
              <a:latin typeface="Arial"/>
            </a:endParaRPr>
          </a:p>
          <a:p>
            <a:pPr>
              <a:lnSpc>
                <a:spcPct val="100000"/>
              </a:lnSpc>
            </a:pPr>
            <a:endParaRPr lang="en-GB" sz="1800" b="0" strike="noStrike" spc="-1" dirty="0">
              <a:latin typeface="Arial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CustomShape 1"/>
          <p:cNvSpPr/>
          <p:nvPr/>
        </p:nvSpPr>
        <p:spPr>
          <a:xfrm>
            <a:off x="457200" y="684000"/>
            <a:ext cx="8227800" cy="11437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GB" sz="4400" b="1" strike="noStrike" spc="-1">
                <a:solidFill>
                  <a:srgbClr val="000000"/>
                </a:solidFill>
                <a:latin typeface="Calibri"/>
                <a:ea typeface="DejaVu Sans"/>
              </a:rPr>
              <a:t>Data exploration and cleaning</a:t>
            </a:r>
            <a:endParaRPr lang="en-GB" sz="4400" b="0" strike="noStrike" spc="-1">
              <a:latin typeface="Arial"/>
            </a:endParaRPr>
          </a:p>
        </p:txBody>
      </p:sp>
      <p:sp>
        <p:nvSpPr>
          <p:cNvPr id="517" name="CustomShape 2"/>
          <p:cNvSpPr/>
          <p:nvPr/>
        </p:nvSpPr>
        <p:spPr>
          <a:xfrm>
            <a:off x="457200" y="2034720"/>
            <a:ext cx="8227800" cy="38325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normAutofit/>
          </a:bodyPr>
          <a:lstStyle/>
          <a:p>
            <a:pPr marL="343080" indent="-342000">
              <a:lnSpc>
                <a:spcPct val="100000"/>
              </a:lnSpc>
              <a:spcBef>
                <a:spcPts val="434"/>
              </a:spcBef>
              <a:buClr>
                <a:srgbClr val="000000"/>
              </a:buClr>
              <a:buFont typeface="Arial"/>
              <a:buChar char="•"/>
            </a:pPr>
            <a:r>
              <a:rPr lang="en-GB" sz="2180" b="0" strike="noStrike" spc="-1">
                <a:solidFill>
                  <a:srgbClr val="000000"/>
                </a:solidFill>
                <a:latin typeface="Calibri"/>
                <a:ea typeface="DejaVu Sans"/>
              </a:rPr>
              <a:t>Look at the data</a:t>
            </a:r>
            <a:endParaRPr lang="en-GB" sz="2180" b="0" strike="noStrike" spc="-1">
              <a:latin typeface="Arial"/>
            </a:endParaRPr>
          </a:p>
          <a:p>
            <a:pPr marL="743040" lvl="1" indent="-284760">
              <a:lnSpc>
                <a:spcPct val="100000"/>
              </a:lnSpc>
              <a:spcBef>
                <a:spcPts val="405"/>
              </a:spcBef>
              <a:buClr>
                <a:srgbClr val="000000"/>
              </a:buClr>
              <a:buFont typeface="Arial"/>
              <a:buChar char="•"/>
            </a:pPr>
            <a:r>
              <a:rPr lang="en-GB" sz="2029" b="0" strike="noStrike" spc="-1">
                <a:solidFill>
                  <a:srgbClr val="000000"/>
                </a:solidFill>
                <a:latin typeface="Courier New"/>
                <a:ea typeface="DejaVu Sans"/>
              </a:rPr>
              <a:t>head(), tail(), class(), str(), View()</a:t>
            </a:r>
            <a:endParaRPr lang="en-GB" sz="2029" b="0" strike="noStrike" spc="-1">
              <a:latin typeface="Arial"/>
            </a:endParaRPr>
          </a:p>
          <a:p>
            <a:pPr marL="343080" indent="-342000">
              <a:lnSpc>
                <a:spcPct val="100000"/>
              </a:lnSpc>
              <a:spcBef>
                <a:spcPts val="434"/>
              </a:spcBef>
              <a:buClr>
                <a:srgbClr val="000000"/>
              </a:buClr>
              <a:buFont typeface="Arial"/>
              <a:buChar char="•"/>
            </a:pPr>
            <a:r>
              <a:rPr lang="en-GB" sz="2180" b="0" strike="noStrike" spc="-1">
                <a:solidFill>
                  <a:srgbClr val="000000"/>
                </a:solidFill>
                <a:latin typeface="Calibri"/>
                <a:ea typeface="DejaVu Sans"/>
              </a:rPr>
              <a:t>Are the data types correct? If not, convert to appropriate type</a:t>
            </a:r>
            <a:endParaRPr lang="en-GB" sz="2180" b="0" strike="noStrike" spc="-1">
              <a:latin typeface="Arial"/>
            </a:endParaRPr>
          </a:p>
          <a:p>
            <a:pPr marL="743040" lvl="1" indent="-284760">
              <a:lnSpc>
                <a:spcPct val="100000"/>
              </a:lnSpc>
              <a:spcBef>
                <a:spcPts val="405"/>
              </a:spcBef>
              <a:buClr>
                <a:srgbClr val="000000"/>
              </a:buClr>
              <a:buFont typeface="Arial"/>
              <a:buChar char="•"/>
            </a:pPr>
            <a:r>
              <a:rPr lang="en-GB" sz="2029" b="0" strike="noStrike" spc="-1">
                <a:solidFill>
                  <a:srgbClr val="000000"/>
                </a:solidFill>
                <a:latin typeface="Courier New"/>
                <a:ea typeface="DejaVu Sans"/>
              </a:rPr>
              <a:t>as.numeric(), as.character(), as.logical()</a:t>
            </a:r>
            <a:endParaRPr lang="en-GB" sz="2029" b="0" strike="noStrike" spc="-1">
              <a:latin typeface="Arial"/>
            </a:endParaRPr>
          </a:p>
          <a:p>
            <a:pPr marL="343080" indent="-342000">
              <a:lnSpc>
                <a:spcPct val="100000"/>
              </a:lnSpc>
              <a:spcBef>
                <a:spcPts val="434"/>
              </a:spcBef>
              <a:buClr>
                <a:srgbClr val="000000"/>
              </a:buClr>
              <a:buFont typeface="Arial"/>
              <a:buChar char="•"/>
            </a:pPr>
            <a:r>
              <a:rPr lang="en-GB" sz="2180" b="0" strike="noStrike" spc="-1">
                <a:solidFill>
                  <a:srgbClr val="000000"/>
                </a:solidFill>
                <a:latin typeface="Calibri"/>
                <a:ea typeface="DejaVu Sans"/>
              </a:rPr>
              <a:t>Is there any missing data? NA or NaN are missing data</a:t>
            </a:r>
            <a:endParaRPr lang="en-GB" sz="2180" b="0" strike="noStrike" spc="-1">
              <a:latin typeface="Arial"/>
            </a:endParaRPr>
          </a:p>
          <a:p>
            <a:pPr marL="743040" lvl="1" indent="-284760">
              <a:lnSpc>
                <a:spcPct val="100000"/>
              </a:lnSpc>
              <a:spcBef>
                <a:spcPts val="405"/>
              </a:spcBef>
              <a:buClr>
                <a:srgbClr val="000000"/>
              </a:buClr>
              <a:buFont typeface="Arial"/>
              <a:buChar char="•"/>
            </a:pPr>
            <a:r>
              <a:rPr lang="en-GB" sz="2029" b="0" strike="noStrike" spc="-1">
                <a:solidFill>
                  <a:srgbClr val="000000"/>
                </a:solidFill>
                <a:latin typeface="Courier New"/>
                <a:ea typeface="DejaVu Sans"/>
              </a:rPr>
              <a:t>na.omit(), complete.cases()</a:t>
            </a:r>
            <a:endParaRPr lang="en-GB" sz="2029" b="0" strike="noStrike" spc="-1">
              <a:latin typeface="Arial"/>
            </a:endParaRPr>
          </a:p>
          <a:p>
            <a:pPr marL="343080" indent="-342000">
              <a:lnSpc>
                <a:spcPct val="100000"/>
              </a:lnSpc>
              <a:spcBef>
                <a:spcPts val="434"/>
              </a:spcBef>
              <a:buClr>
                <a:srgbClr val="000000"/>
              </a:buClr>
              <a:buFont typeface="Arial"/>
              <a:buChar char="•"/>
            </a:pPr>
            <a:r>
              <a:rPr lang="en-GB" sz="2180" b="0" strike="noStrike" spc="-1">
                <a:solidFill>
                  <a:srgbClr val="000000"/>
                </a:solidFill>
                <a:latin typeface="Calibri"/>
                <a:ea typeface="DejaVu Sans"/>
              </a:rPr>
              <a:t>Is there unnecessary data? Rows or columns you don’t need?</a:t>
            </a:r>
            <a:endParaRPr lang="en-GB" sz="2180" b="0" strike="noStrike" spc="-1">
              <a:latin typeface="Arial"/>
            </a:endParaRPr>
          </a:p>
          <a:p>
            <a:pPr marL="743040" lvl="1" indent="-284760">
              <a:lnSpc>
                <a:spcPct val="100000"/>
              </a:lnSpc>
              <a:spcBef>
                <a:spcPts val="405"/>
              </a:spcBef>
              <a:buClr>
                <a:srgbClr val="000000"/>
              </a:buClr>
              <a:buFont typeface="Arial"/>
              <a:buChar char="•"/>
            </a:pPr>
            <a:r>
              <a:rPr lang="en-GB" sz="2029" b="0" strike="noStrike" spc="-1">
                <a:solidFill>
                  <a:srgbClr val="000000"/>
                </a:solidFill>
                <a:latin typeface="Calibri"/>
                <a:ea typeface="DejaVu Sans"/>
              </a:rPr>
              <a:t>Subset the data</a:t>
            </a:r>
            <a:endParaRPr lang="en-GB" sz="2029" b="0" strike="noStrike" spc="-1">
              <a:latin typeface="Arial"/>
            </a:endParaRPr>
          </a:p>
          <a:p>
            <a:pPr marL="743040" lvl="1" indent="-284760">
              <a:lnSpc>
                <a:spcPct val="100000"/>
              </a:lnSpc>
              <a:spcBef>
                <a:spcPts val="405"/>
              </a:spcBef>
              <a:buClr>
                <a:srgbClr val="000000"/>
              </a:buClr>
              <a:buFont typeface="Arial"/>
              <a:buChar char="•"/>
            </a:pPr>
            <a:r>
              <a:rPr lang="en-GB" sz="2029" b="0" strike="noStrike" spc="-1">
                <a:solidFill>
                  <a:srgbClr val="000000"/>
                </a:solidFill>
                <a:latin typeface="Calibri"/>
                <a:ea typeface="DejaVu Sans"/>
              </a:rPr>
              <a:t>Filter the data</a:t>
            </a:r>
            <a:endParaRPr lang="en-GB" sz="2029" b="0" strike="noStrike" spc="-1">
              <a:latin typeface="Arial"/>
            </a:endParaRPr>
          </a:p>
          <a:p>
            <a:pPr marL="343080" indent="-342000">
              <a:lnSpc>
                <a:spcPct val="100000"/>
              </a:lnSpc>
              <a:spcBef>
                <a:spcPts val="437"/>
              </a:spcBef>
              <a:buClr>
                <a:srgbClr val="000000"/>
              </a:buClr>
              <a:buFont typeface="Arial"/>
              <a:buChar char="•"/>
            </a:pPr>
            <a:r>
              <a:rPr lang="en-GB" sz="2180" b="0" strike="noStrike" spc="-1">
                <a:solidFill>
                  <a:srgbClr val="000000"/>
                </a:solidFill>
                <a:latin typeface="Calibri"/>
                <a:ea typeface="DejaVu Sans"/>
              </a:rPr>
              <a:t>Visualise the data with graphs</a:t>
            </a:r>
            <a:endParaRPr lang="en-GB" sz="2180" b="0" strike="noStrike" spc="-1">
              <a:latin typeface="Arial"/>
            </a:endParaRPr>
          </a:p>
          <a:p>
            <a:pPr marL="150840">
              <a:lnSpc>
                <a:spcPct val="100000"/>
              </a:lnSpc>
              <a:spcBef>
                <a:spcPts val="405"/>
              </a:spcBef>
              <a:tabLst>
                <a:tab pos="0" algn="l"/>
              </a:tabLst>
            </a:pPr>
            <a:endParaRPr lang="en-GB" sz="2180" b="0" strike="noStrike" spc="-1">
              <a:latin typeface="Arial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CustomShape 1"/>
          <p:cNvSpPr/>
          <p:nvPr/>
        </p:nvSpPr>
        <p:spPr>
          <a:xfrm>
            <a:off x="457200" y="-230400"/>
            <a:ext cx="8227800" cy="11437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GB" sz="4400" b="1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Filtering a </a:t>
            </a:r>
            <a:r>
              <a:rPr lang="en-GB" sz="4400" b="1" strike="noStrike" spc="-1" dirty="0" err="1">
                <a:solidFill>
                  <a:srgbClr val="000000"/>
                </a:solidFill>
                <a:latin typeface="Calibri"/>
                <a:ea typeface="DejaVu Sans"/>
              </a:rPr>
              <a:t>data.frame</a:t>
            </a:r>
            <a:endParaRPr lang="en-GB" sz="4400" b="0" strike="noStrike" spc="-1" dirty="0">
              <a:latin typeface="Arial"/>
            </a:endParaRPr>
          </a:p>
        </p:txBody>
      </p:sp>
      <p:sp>
        <p:nvSpPr>
          <p:cNvPr id="553" name="CustomShape 2"/>
          <p:cNvSpPr/>
          <p:nvPr/>
        </p:nvSpPr>
        <p:spPr>
          <a:xfrm>
            <a:off x="480294" y="774091"/>
            <a:ext cx="8227800" cy="5094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normAutofit/>
          </a:bodyPr>
          <a:lstStyle/>
          <a:p>
            <a:pPr marL="343080" indent="-342000">
              <a:lnSpc>
                <a:spcPct val="100000"/>
              </a:lnSpc>
              <a:spcBef>
                <a:spcPts val="434"/>
              </a:spcBef>
              <a:buClr>
                <a:srgbClr val="000000"/>
              </a:buClr>
              <a:buFont typeface="Arial"/>
              <a:buChar char="•"/>
            </a:pPr>
            <a:r>
              <a:rPr lang="en-GB" sz="218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Keep/remove data that satisfies one or more conditions</a:t>
            </a:r>
            <a:endParaRPr lang="en-GB" sz="2180" b="0" strike="noStrike" spc="-1" dirty="0">
              <a:latin typeface="Arial"/>
            </a:endParaRPr>
          </a:p>
          <a:p>
            <a:pPr marL="457200">
              <a:lnSpc>
                <a:spcPct val="100000"/>
              </a:lnSpc>
              <a:spcBef>
                <a:spcPts val="326"/>
              </a:spcBef>
              <a:tabLst>
                <a:tab pos="0" algn="l"/>
              </a:tabLst>
            </a:pPr>
            <a:endParaRPr lang="en-GB" sz="2180" b="0" strike="noStrike" spc="-1" dirty="0">
              <a:latin typeface="Arial"/>
            </a:endParaRPr>
          </a:p>
          <a:p>
            <a:pPr marL="457200">
              <a:lnSpc>
                <a:spcPct val="100000"/>
              </a:lnSpc>
              <a:tabLst>
                <a:tab pos="0" algn="l"/>
              </a:tabLst>
            </a:pPr>
            <a:endParaRPr lang="en-GB" sz="2180" b="0" strike="noStrike" spc="-1" dirty="0">
              <a:latin typeface="Arial"/>
            </a:endParaRPr>
          </a:p>
          <a:p>
            <a:pPr marL="150840">
              <a:lnSpc>
                <a:spcPct val="100000"/>
              </a:lnSpc>
              <a:spcBef>
                <a:spcPts val="405"/>
              </a:spcBef>
              <a:tabLst>
                <a:tab pos="0" algn="l"/>
              </a:tabLst>
            </a:pPr>
            <a:endParaRPr lang="en-GB" sz="2180" b="0" strike="noStrike" spc="-1" dirty="0">
              <a:latin typeface="Arial"/>
            </a:endParaRPr>
          </a:p>
        </p:txBody>
      </p:sp>
      <p:sp>
        <p:nvSpPr>
          <p:cNvPr id="554" name="CustomShape 3"/>
          <p:cNvSpPr/>
          <p:nvPr/>
        </p:nvSpPr>
        <p:spPr>
          <a:xfrm>
            <a:off x="715520" y="1150823"/>
            <a:ext cx="7711158" cy="4184307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n-GB" sz="1400" strike="noStrike" spc="-1" dirty="0">
                <a:solidFill>
                  <a:srgbClr val="000000"/>
                </a:solidFill>
                <a:uFillTx/>
                <a:latin typeface="Courier New"/>
                <a:ea typeface="DejaVu Sans"/>
              </a:rPr>
              <a:t>&gt; # Puromycin is a built-in </a:t>
            </a:r>
            <a:r>
              <a:rPr lang="en-GB" sz="1400" strike="noStrike" spc="-1" dirty="0" err="1">
                <a:solidFill>
                  <a:srgbClr val="000000"/>
                </a:solidFill>
                <a:uFillTx/>
                <a:latin typeface="Courier New"/>
                <a:ea typeface="DejaVu Sans"/>
              </a:rPr>
              <a:t>data.frame</a:t>
            </a:r>
            <a:r>
              <a:rPr lang="en-GB" sz="1400" strike="noStrike" spc="-1" dirty="0">
                <a:solidFill>
                  <a:srgbClr val="000000"/>
                </a:solidFill>
                <a:uFillTx/>
                <a:latin typeface="Courier New"/>
                <a:ea typeface="DejaVu Sans"/>
              </a:rPr>
              <a:t> that is pre-loaded in R</a:t>
            </a:r>
          </a:p>
          <a:p>
            <a:pPr>
              <a:lnSpc>
                <a:spcPct val="100000"/>
              </a:lnSpc>
            </a:pPr>
            <a:r>
              <a:rPr lang="en-GB" sz="1400" strike="noStrike" spc="-1" dirty="0">
                <a:solidFill>
                  <a:srgbClr val="000000"/>
                </a:solidFill>
                <a:uFillTx/>
                <a:latin typeface="Courier New"/>
                <a:ea typeface="DejaVu Sans"/>
              </a:rPr>
              <a:t>&gt; head(Puromycin)</a:t>
            </a:r>
          </a:p>
          <a:p>
            <a:pPr>
              <a:lnSpc>
                <a:spcPct val="100000"/>
              </a:lnSpc>
            </a:pPr>
            <a:r>
              <a:rPr lang="en-GB" sz="1400" strike="noStrike" spc="-1" dirty="0">
                <a:solidFill>
                  <a:srgbClr val="0070C0"/>
                </a:solidFill>
                <a:uFillTx/>
                <a:latin typeface="Courier New"/>
                <a:ea typeface="DejaVu Sans"/>
              </a:rPr>
              <a:t>  </a:t>
            </a:r>
            <a:r>
              <a:rPr lang="en-GB" sz="1400" strike="noStrike" spc="-1" dirty="0" err="1">
                <a:solidFill>
                  <a:srgbClr val="0070C0"/>
                </a:solidFill>
                <a:uFillTx/>
                <a:latin typeface="Courier New"/>
                <a:ea typeface="DejaVu Sans"/>
              </a:rPr>
              <a:t>conc</a:t>
            </a:r>
            <a:r>
              <a:rPr lang="en-GB" sz="1400" strike="noStrike" spc="-1" dirty="0">
                <a:solidFill>
                  <a:srgbClr val="0070C0"/>
                </a:solidFill>
                <a:uFillTx/>
                <a:latin typeface="Courier New"/>
                <a:ea typeface="DejaVu Sans"/>
              </a:rPr>
              <a:t> rate   state</a:t>
            </a:r>
          </a:p>
          <a:p>
            <a:pPr>
              <a:lnSpc>
                <a:spcPct val="100000"/>
              </a:lnSpc>
            </a:pPr>
            <a:r>
              <a:rPr lang="en-GB" sz="1400" strike="noStrike" spc="-1" dirty="0">
                <a:solidFill>
                  <a:srgbClr val="0070C0"/>
                </a:solidFill>
                <a:uFillTx/>
                <a:latin typeface="Courier New"/>
                <a:ea typeface="DejaVu Sans"/>
              </a:rPr>
              <a:t>1 0.02   76 treated</a:t>
            </a:r>
          </a:p>
          <a:p>
            <a:pPr>
              <a:lnSpc>
                <a:spcPct val="100000"/>
              </a:lnSpc>
            </a:pPr>
            <a:r>
              <a:rPr lang="en-GB" sz="1400" strike="noStrike" spc="-1" dirty="0">
                <a:solidFill>
                  <a:srgbClr val="0070C0"/>
                </a:solidFill>
                <a:uFillTx/>
                <a:latin typeface="Courier New"/>
                <a:ea typeface="DejaVu Sans"/>
              </a:rPr>
              <a:t>2 0.02   47 treated</a:t>
            </a:r>
          </a:p>
          <a:p>
            <a:pPr>
              <a:lnSpc>
                <a:spcPct val="100000"/>
              </a:lnSpc>
            </a:pPr>
            <a:r>
              <a:rPr lang="en-GB" sz="1400" strike="noStrike" spc="-1" dirty="0">
                <a:solidFill>
                  <a:srgbClr val="0070C0"/>
                </a:solidFill>
                <a:uFillTx/>
                <a:latin typeface="Courier New"/>
                <a:ea typeface="DejaVu Sans"/>
              </a:rPr>
              <a:t>3 0.06   97 treated</a:t>
            </a:r>
          </a:p>
          <a:p>
            <a:pPr>
              <a:lnSpc>
                <a:spcPct val="100000"/>
              </a:lnSpc>
            </a:pPr>
            <a:r>
              <a:rPr lang="en-GB" sz="1400" strike="noStrike" spc="-1" dirty="0">
                <a:solidFill>
                  <a:srgbClr val="0070C0"/>
                </a:solidFill>
                <a:uFillTx/>
                <a:latin typeface="Courier New"/>
                <a:ea typeface="DejaVu Sans"/>
              </a:rPr>
              <a:t>4 0.06  107 treated</a:t>
            </a:r>
          </a:p>
          <a:p>
            <a:pPr>
              <a:lnSpc>
                <a:spcPct val="100000"/>
              </a:lnSpc>
            </a:pPr>
            <a:r>
              <a:rPr lang="en-GB" sz="1400" strike="noStrike" spc="-1" dirty="0">
                <a:solidFill>
                  <a:srgbClr val="0070C0"/>
                </a:solidFill>
                <a:uFillTx/>
                <a:latin typeface="Courier New"/>
                <a:ea typeface="DejaVu Sans"/>
              </a:rPr>
              <a:t>5 0.11  123 treated</a:t>
            </a:r>
          </a:p>
          <a:p>
            <a:pPr>
              <a:lnSpc>
                <a:spcPct val="100000"/>
              </a:lnSpc>
            </a:pPr>
            <a:r>
              <a:rPr lang="en-GB" sz="1400" strike="noStrike" spc="-1" dirty="0">
                <a:solidFill>
                  <a:srgbClr val="0070C0"/>
                </a:solidFill>
                <a:uFillTx/>
                <a:latin typeface="Courier New"/>
                <a:ea typeface="DejaVu Sans"/>
              </a:rPr>
              <a:t>6 0.11  139 treated</a:t>
            </a:r>
          </a:p>
          <a:p>
            <a:pPr>
              <a:lnSpc>
                <a:spcPct val="100000"/>
              </a:lnSpc>
            </a:pPr>
            <a:r>
              <a:rPr lang="da-DK" sz="1400" strike="noStrike" spc="-1" dirty="0">
                <a:solidFill>
                  <a:srgbClr val="000000"/>
                </a:solidFill>
                <a:uFillTx/>
                <a:latin typeface="Courier New"/>
                <a:ea typeface="DejaVu Sans"/>
              </a:rPr>
              <a:t>&gt; Puromycin$conc &lt; 0.03</a:t>
            </a:r>
          </a:p>
          <a:p>
            <a:pPr>
              <a:lnSpc>
                <a:spcPct val="100000"/>
              </a:lnSpc>
            </a:pPr>
            <a:r>
              <a:rPr lang="da-DK" sz="1400" strike="noStrike" spc="-1" dirty="0">
                <a:solidFill>
                  <a:srgbClr val="0070C0"/>
                </a:solidFill>
                <a:uFillTx/>
                <a:latin typeface="Courier New"/>
                <a:ea typeface="DejaVu Sans"/>
              </a:rPr>
              <a:t>[1]  TRUE  TRUE FALSE FALSE FALSE FALSE FALSE FALSE FALSE FALSE FALSE</a:t>
            </a:r>
          </a:p>
          <a:p>
            <a:pPr>
              <a:lnSpc>
                <a:spcPct val="100000"/>
              </a:lnSpc>
            </a:pPr>
            <a:r>
              <a:rPr lang="da-DK" sz="1400" strike="noStrike" spc="-1" dirty="0">
                <a:solidFill>
                  <a:srgbClr val="0070C0"/>
                </a:solidFill>
                <a:uFillTx/>
                <a:latin typeface="Courier New"/>
                <a:ea typeface="DejaVu Sans"/>
              </a:rPr>
              <a:t>[12] FALSE  TRUE  TRUE FALSE FALSE FALSE FALSE FALSE FALSE FALSE FALSE</a:t>
            </a:r>
          </a:p>
          <a:p>
            <a:pPr>
              <a:lnSpc>
                <a:spcPct val="100000"/>
              </a:lnSpc>
            </a:pPr>
            <a:r>
              <a:rPr lang="da-DK" sz="1400" strike="noStrike" spc="-1" dirty="0">
                <a:solidFill>
                  <a:srgbClr val="0070C0"/>
                </a:solidFill>
                <a:uFillTx/>
                <a:latin typeface="Courier New"/>
                <a:ea typeface="DejaVu Sans"/>
              </a:rPr>
              <a:t>[23] FALSE</a:t>
            </a:r>
            <a:endParaRPr lang="en-GB" sz="1400" strike="noStrike" spc="-1" dirty="0">
              <a:solidFill>
                <a:srgbClr val="0070C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GB" sz="1400" strike="noStrike" spc="-1" dirty="0">
                <a:solidFill>
                  <a:srgbClr val="000000"/>
                </a:solidFill>
                <a:uFillTx/>
                <a:latin typeface="Courier New"/>
                <a:ea typeface="DejaVu Sans"/>
              </a:rPr>
              <a:t>&gt; Puromycin[</a:t>
            </a:r>
            <a:r>
              <a:rPr lang="en-GB" sz="1400" strike="noStrike" spc="-1" dirty="0" err="1">
                <a:solidFill>
                  <a:srgbClr val="000000"/>
                </a:solidFill>
                <a:uFillTx/>
                <a:latin typeface="Courier New"/>
                <a:ea typeface="DejaVu Sans"/>
              </a:rPr>
              <a:t>Puromycin$conc</a:t>
            </a:r>
            <a:r>
              <a:rPr lang="en-GB" sz="1400" strike="noStrike" spc="-1" dirty="0">
                <a:solidFill>
                  <a:srgbClr val="000000"/>
                </a:solidFill>
                <a:uFillTx/>
                <a:latin typeface="Courier New"/>
                <a:ea typeface="DejaVu Sans"/>
              </a:rPr>
              <a:t>&lt; 0.03, ]</a:t>
            </a:r>
          </a:p>
          <a:p>
            <a:pPr>
              <a:lnSpc>
                <a:spcPct val="100000"/>
              </a:lnSpc>
            </a:pPr>
            <a:r>
              <a:rPr lang="en-GB" sz="1400" strike="noStrike" spc="-1" dirty="0">
                <a:solidFill>
                  <a:srgbClr val="0070C0"/>
                </a:solidFill>
                <a:uFillTx/>
                <a:latin typeface="Courier New"/>
                <a:ea typeface="DejaVu Sans"/>
              </a:rPr>
              <a:t>   </a:t>
            </a:r>
            <a:r>
              <a:rPr lang="en-GB" sz="1400" strike="noStrike" spc="-1" dirty="0" err="1">
                <a:solidFill>
                  <a:srgbClr val="0070C0"/>
                </a:solidFill>
                <a:uFillTx/>
                <a:latin typeface="Courier New"/>
                <a:ea typeface="DejaVu Sans"/>
              </a:rPr>
              <a:t>conc</a:t>
            </a:r>
            <a:r>
              <a:rPr lang="en-GB" sz="1400" strike="noStrike" spc="-1" dirty="0">
                <a:solidFill>
                  <a:srgbClr val="0070C0"/>
                </a:solidFill>
                <a:uFillTx/>
                <a:latin typeface="Courier New"/>
                <a:ea typeface="DejaVu Sans"/>
              </a:rPr>
              <a:t> rate     state</a:t>
            </a:r>
          </a:p>
          <a:p>
            <a:pPr>
              <a:lnSpc>
                <a:spcPct val="100000"/>
              </a:lnSpc>
            </a:pPr>
            <a:r>
              <a:rPr lang="en-GB" sz="1400" strike="noStrike" spc="-1" dirty="0">
                <a:solidFill>
                  <a:srgbClr val="0070C0"/>
                </a:solidFill>
                <a:uFillTx/>
                <a:latin typeface="Courier New"/>
                <a:ea typeface="DejaVu Sans"/>
              </a:rPr>
              <a:t>1  0.02   76   treated</a:t>
            </a:r>
          </a:p>
          <a:p>
            <a:pPr>
              <a:lnSpc>
                <a:spcPct val="100000"/>
              </a:lnSpc>
            </a:pPr>
            <a:r>
              <a:rPr lang="en-GB" sz="1400" strike="noStrike" spc="-1" dirty="0">
                <a:solidFill>
                  <a:srgbClr val="0070C0"/>
                </a:solidFill>
                <a:uFillTx/>
                <a:latin typeface="Courier New"/>
                <a:ea typeface="DejaVu Sans"/>
              </a:rPr>
              <a:t>2  0.02   47   treated</a:t>
            </a:r>
          </a:p>
          <a:p>
            <a:pPr>
              <a:lnSpc>
                <a:spcPct val="100000"/>
              </a:lnSpc>
            </a:pPr>
            <a:r>
              <a:rPr lang="en-GB" sz="1400" strike="noStrike" spc="-1" dirty="0">
                <a:solidFill>
                  <a:srgbClr val="0070C0"/>
                </a:solidFill>
                <a:uFillTx/>
                <a:latin typeface="Courier New"/>
                <a:ea typeface="DejaVu Sans"/>
              </a:rPr>
              <a:t>13 0.02   67 untreated</a:t>
            </a:r>
          </a:p>
          <a:p>
            <a:pPr>
              <a:lnSpc>
                <a:spcPct val="100000"/>
              </a:lnSpc>
            </a:pPr>
            <a:r>
              <a:rPr lang="en-GB" sz="1400" strike="noStrike" spc="-1" dirty="0">
                <a:solidFill>
                  <a:srgbClr val="0070C0"/>
                </a:solidFill>
                <a:uFillTx/>
                <a:latin typeface="Courier New"/>
                <a:ea typeface="DejaVu Sans"/>
              </a:rPr>
              <a:t>14 0.02   51 untreated</a:t>
            </a:r>
            <a:endParaRPr lang="en-GB" sz="1400" strike="noStrike" spc="-1" dirty="0">
              <a:solidFill>
                <a:srgbClr val="0070C0"/>
              </a:solidFill>
              <a:latin typeface="Arial"/>
            </a:endParaRPr>
          </a:p>
        </p:txBody>
      </p:sp>
      <p:sp>
        <p:nvSpPr>
          <p:cNvPr id="555" name="CustomShape 4"/>
          <p:cNvSpPr/>
          <p:nvPr/>
        </p:nvSpPr>
        <p:spPr>
          <a:xfrm>
            <a:off x="457199" y="5415029"/>
            <a:ext cx="8227800" cy="10728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rmAutofit/>
          </a:bodyPr>
          <a:lstStyle/>
          <a:p>
            <a:pPr marL="343080" indent="-342000">
              <a:lnSpc>
                <a:spcPct val="100000"/>
              </a:lnSpc>
              <a:spcBef>
                <a:spcPts val="434"/>
              </a:spcBef>
              <a:buClr>
                <a:srgbClr val="000000"/>
              </a:buClr>
              <a:buFont typeface="Arial"/>
              <a:buChar char="•"/>
            </a:pPr>
            <a:r>
              <a:rPr lang="en-GB" sz="218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For more than one condition, we need to use logical operators</a:t>
            </a:r>
            <a:endParaRPr lang="en-GB" sz="2180" b="0" strike="noStrike" spc="-1" dirty="0">
              <a:latin typeface="Arial"/>
            </a:endParaRPr>
          </a:p>
          <a:p>
            <a:pPr marL="743040" lvl="1" indent="-284760">
              <a:lnSpc>
                <a:spcPct val="100000"/>
              </a:lnSpc>
              <a:spcBef>
                <a:spcPts val="354"/>
              </a:spcBef>
              <a:buClr>
                <a:srgbClr val="000000"/>
              </a:buClr>
              <a:buFont typeface="Arial"/>
              <a:buChar char="–"/>
            </a:pPr>
            <a:r>
              <a:rPr lang="en-GB" sz="1779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&amp; (AND)</a:t>
            </a:r>
            <a:endParaRPr lang="en-GB" sz="1779" b="0" strike="noStrike" spc="-1" dirty="0">
              <a:latin typeface="Arial"/>
            </a:endParaRPr>
          </a:p>
          <a:p>
            <a:pPr marL="743040" lvl="1" indent="-284760">
              <a:lnSpc>
                <a:spcPct val="100000"/>
              </a:lnSpc>
              <a:spcBef>
                <a:spcPts val="354"/>
              </a:spcBef>
              <a:buClr>
                <a:srgbClr val="000000"/>
              </a:buClr>
              <a:buFont typeface="Arial"/>
              <a:buChar char="–"/>
            </a:pPr>
            <a:r>
              <a:rPr lang="en-GB" sz="1779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| (OR)</a:t>
            </a:r>
            <a:endParaRPr lang="en-GB" sz="1779" b="0" strike="noStrike" spc="-1" dirty="0">
              <a:latin typeface="Arial"/>
            </a:endParaRPr>
          </a:p>
          <a:p>
            <a:pPr marL="457200">
              <a:lnSpc>
                <a:spcPct val="100000"/>
              </a:lnSpc>
              <a:spcBef>
                <a:spcPts val="326"/>
              </a:spcBef>
              <a:tabLst>
                <a:tab pos="0" algn="l"/>
              </a:tabLst>
            </a:pPr>
            <a:endParaRPr lang="en-GB" sz="1779" b="0" strike="noStrike" spc="-1" dirty="0">
              <a:latin typeface="Arial"/>
            </a:endParaRPr>
          </a:p>
          <a:p>
            <a:pPr marL="457200">
              <a:lnSpc>
                <a:spcPct val="100000"/>
              </a:lnSpc>
              <a:spcBef>
                <a:spcPts val="405"/>
              </a:spcBef>
              <a:tabLst>
                <a:tab pos="0" algn="l"/>
              </a:tabLst>
            </a:pPr>
            <a:endParaRPr lang="en-GB" sz="1779" b="0" strike="noStrike" spc="-1" dirty="0">
              <a:latin typeface="Arial"/>
            </a:endParaRPr>
          </a:p>
          <a:p>
            <a:pPr marL="150840">
              <a:lnSpc>
                <a:spcPct val="100000"/>
              </a:lnSpc>
              <a:spcBef>
                <a:spcPts val="405"/>
              </a:spcBef>
              <a:tabLst>
                <a:tab pos="0" algn="l"/>
              </a:tabLst>
            </a:pPr>
            <a:endParaRPr lang="en-GB" sz="1779" b="0" strike="noStrike" spc="-1" dirty="0">
              <a:latin typeface="Arial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CustomShape 1"/>
          <p:cNvSpPr/>
          <p:nvPr/>
        </p:nvSpPr>
        <p:spPr>
          <a:xfrm>
            <a:off x="457200" y="684000"/>
            <a:ext cx="8227800" cy="11437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GB" sz="4400" b="1" strike="noStrike" spc="-1">
                <a:solidFill>
                  <a:srgbClr val="000000"/>
                </a:solidFill>
                <a:latin typeface="Calibri"/>
                <a:ea typeface="DejaVu Sans"/>
              </a:rPr>
              <a:t>Comparisons</a:t>
            </a:r>
            <a:endParaRPr lang="en-GB" sz="4400" b="0" strike="noStrike" spc="-1">
              <a:latin typeface="Arial"/>
            </a:endParaRPr>
          </a:p>
        </p:txBody>
      </p:sp>
      <p:sp>
        <p:nvSpPr>
          <p:cNvPr id="557" name="CustomShape 2"/>
          <p:cNvSpPr/>
          <p:nvPr/>
        </p:nvSpPr>
        <p:spPr>
          <a:xfrm>
            <a:off x="457200" y="2359440"/>
            <a:ext cx="8227800" cy="3127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normAutofit/>
          </a:bodyPr>
          <a:lstStyle/>
          <a:p>
            <a:pPr marL="343080" indent="-342000">
              <a:lnSpc>
                <a:spcPct val="100000"/>
              </a:lnSpc>
              <a:spcBef>
                <a:spcPts val="434"/>
              </a:spcBef>
              <a:buClr>
                <a:srgbClr val="000000"/>
              </a:buClr>
              <a:buFont typeface="Arial"/>
              <a:buChar char="•"/>
            </a:pPr>
            <a:r>
              <a:rPr lang="en-GB" sz="2180" b="0" strike="noStrike" spc="-1">
                <a:solidFill>
                  <a:srgbClr val="000000"/>
                </a:solidFill>
                <a:latin typeface="Calibri"/>
                <a:ea typeface="DejaVu Sans"/>
              </a:rPr>
              <a:t>Comparison between two objects returns TRUE or FALSE or NA</a:t>
            </a:r>
            <a:endParaRPr lang="en-GB" sz="2180" b="0" strike="noStrike" spc="-1">
              <a:latin typeface="Arial"/>
            </a:endParaRPr>
          </a:p>
          <a:p>
            <a:pPr marL="743040" lvl="1" indent="-284760">
              <a:lnSpc>
                <a:spcPct val="100000"/>
              </a:lnSpc>
              <a:spcBef>
                <a:spcPts val="405"/>
              </a:spcBef>
              <a:buClr>
                <a:srgbClr val="000000"/>
              </a:buClr>
              <a:buFont typeface="Arial"/>
              <a:buChar char="•"/>
            </a:pPr>
            <a:r>
              <a:rPr lang="en-GB" sz="2029" b="0" strike="noStrike" spc="-1">
                <a:solidFill>
                  <a:srgbClr val="000000"/>
                </a:solidFill>
                <a:latin typeface="Courier New"/>
                <a:ea typeface="DejaVu Sans"/>
              </a:rPr>
              <a:t>==</a:t>
            </a:r>
            <a:r>
              <a:rPr lang="en-GB" sz="2029" b="0" strike="noStrike" spc="-1">
                <a:solidFill>
                  <a:srgbClr val="000000"/>
                </a:solidFill>
                <a:latin typeface="Calibri"/>
                <a:ea typeface="DejaVu Sans"/>
              </a:rPr>
              <a:t> (Note the difference between this and = for assignment)</a:t>
            </a:r>
            <a:endParaRPr lang="en-GB" sz="2029" b="0" strike="noStrike" spc="-1">
              <a:latin typeface="Arial"/>
            </a:endParaRPr>
          </a:p>
          <a:p>
            <a:pPr marL="743040" lvl="1" indent="-284760">
              <a:lnSpc>
                <a:spcPct val="100000"/>
              </a:lnSpc>
              <a:spcBef>
                <a:spcPts val="405"/>
              </a:spcBef>
              <a:buClr>
                <a:srgbClr val="000000"/>
              </a:buClr>
              <a:buFont typeface="Arial"/>
              <a:buChar char="•"/>
            </a:pPr>
            <a:r>
              <a:rPr lang="en-GB" sz="2029" b="0" strike="noStrike" spc="-1">
                <a:solidFill>
                  <a:srgbClr val="000000"/>
                </a:solidFill>
                <a:latin typeface="Courier New"/>
                <a:ea typeface="DejaVu Sans"/>
              </a:rPr>
              <a:t>&lt;</a:t>
            </a:r>
            <a:endParaRPr lang="en-GB" sz="2029" b="0" strike="noStrike" spc="-1">
              <a:latin typeface="Arial"/>
            </a:endParaRPr>
          </a:p>
          <a:p>
            <a:pPr marL="743040" lvl="1" indent="-284760">
              <a:lnSpc>
                <a:spcPct val="100000"/>
              </a:lnSpc>
              <a:spcBef>
                <a:spcPts val="405"/>
              </a:spcBef>
              <a:buClr>
                <a:srgbClr val="000000"/>
              </a:buClr>
              <a:buFont typeface="Arial"/>
              <a:buChar char="•"/>
            </a:pPr>
            <a:r>
              <a:rPr lang="en-GB" sz="2029" b="0" strike="noStrike" spc="-1">
                <a:solidFill>
                  <a:srgbClr val="000000"/>
                </a:solidFill>
                <a:latin typeface="Courier New"/>
                <a:ea typeface="DejaVu Sans"/>
              </a:rPr>
              <a:t>&gt;</a:t>
            </a:r>
            <a:endParaRPr lang="en-GB" sz="2029" b="0" strike="noStrike" spc="-1">
              <a:latin typeface="Arial"/>
            </a:endParaRPr>
          </a:p>
          <a:p>
            <a:pPr marL="743040" lvl="1" indent="-284760">
              <a:lnSpc>
                <a:spcPct val="100000"/>
              </a:lnSpc>
              <a:spcBef>
                <a:spcPts val="405"/>
              </a:spcBef>
              <a:buClr>
                <a:srgbClr val="000000"/>
              </a:buClr>
              <a:buFont typeface="Arial"/>
              <a:buChar char="•"/>
            </a:pPr>
            <a:r>
              <a:rPr lang="en-GB" sz="2029" b="0" strike="noStrike" spc="-1">
                <a:solidFill>
                  <a:srgbClr val="000000"/>
                </a:solidFill>
                <a:latin typeface="Courier New"/>
                <a:ea typeface="DejaVu Sans"/>
              </a:rPr>
              <a:t>&lt;=</a:t>
            </a:r>
            <a:endParaRPr lang="en-GB" sz="2029" b="0" strike="noStrike" spc="-1">
              <a:latin typeface="Arial"/>
            </a:endParaRPr>
          </a:p>
          <a:p>
            <a:pPr marL="743040" lvl="1" indent="-284760">
              <a:lnSpc>
                <a:spcPct val="100000"/>
              </a:lnSpc>
              <a:spcBef>
                <a:spcPts val="405"/>
              </a:spcBef>
              <a:buClr>
                <a:srgbClr val="000000"/>
              </a:buClr>
              <a:buFont typeface="Arial"/>
              <a:buChar char="•"/>
            </a:pPr>
            <a:r>
              <a:rPr lang="en-GB" sz="2029" b="0" strike="noStrike" spc="-1">
                <a:solidFill>
                  <a:srgbClr val="000000"/>
                </a:solidFill>
                <a:latin typeface="Courier New"/>
                <a:ea typeface="DejaVu Sans"/>
              </a:rPr>
              <a:t>&gt;=</a:t>
            </a:r>
            <a:endParaRPr lang="en-GB" sz="2029" b="0" strike="noStrike" spc="-1">
              <a:latin typeface="Arial"/>
            </a:endParaRPr>
          </a:p>
          <a:p>
            <a:pPr marL="743040" lvl="1" indent="-284760">
              <a:lnSpc>
                <a:spcPct val="100000"/>
              </a:lnSpc>
              <a:spcBef>
                <a:spcPts val="405"/>
              </a:spcBef>
              <a:buClr>
                <a:srgbClr val="000000"/>
              </a:buClr>
              <a:buFont typeface="Arial"/>
              <a:buChar char="•"/>
            </a:pPr>
            <a:r>
              <a:rPr lang="en-GB" sz="2029" b="0" strike="noStrike" spc="-1">
                <a:solidFill>
                  <a:srgbClr val="000000"/>
                </a:solidFill>
                <a:latin typeface="Courier New"/>
                <a:ea typeface="DejaVu Sans"/>
              </a:rPr>
              <a:t>!=</a:t>
            </a:r>
            <a:r>
              <a:rPr lang="en-GB" sz="2029" b="0" strike="noStrike" spc="-1">
                <a:solidFill>
                  <a:srgbClr val="000000"/>
                </a:solidFill>
                <a:latin typeface="Calibri"/>
                <a:ea typeface="DejaVu Sans"/>
              </a:rPr>
              <a:t> (Negation of anything in R is done with </a:t>
            </a:r>
            <a:r>
              <a:rPr lang="en-GB" sz="2029" b="0" strike="noStrike" spc="-1">
                <a:solidFill>
                  <a:srgbClr val="000000"/>
                </a:solidFill>
                <a:latin typeface="Courier New"/>
                <a:ea typeface="DejaVu Sans"/>
              </a:rPr>
              <a:t>!</a:t>
            </a:r>
            <a:r>
              <a:rPr lang="en-GB" sz="2029" b="0" strike="noStrike" spc="-1">
                <a:solidFill>
                  <a:srgbClr val="000000"/>
                </a:solidFill>
                <a:latin typeface="Calibri"/>
                <a:ea typeface="DejaVu Sans"/>
              </a:rPr>
              <a:t>)</a:t>
            </a:r>
            <a:endParaRPr lang="en-GB" sz="2029" b="0" strike="noStrike" spc="-1">
              <a:latin typeface="Arial"/>
            </a:endParaRPr>
          </a:p>
          <a:p>
            <a:pPr marL="743040" lvl="1" indent="-284760">
              <a:lnSpc>
                <a:spcPct val="100000"/>
              </a:lnSpc>
              <a:spcBef>
                <a:spcPts val="405"/>
              </a:spcBef>
              <a:buClr>
                <a:srgbClr val="000000"/>
              </a:buClr>
              <a:buFont typeface="Arial"/>
              <a:buChar char="•"/>
            </a:pPr>
            <a:r>
              <a:rPr lang="en-GB" sz="2029" b="0" strike="noStrike" spc="-1">
                <a:solidFill>
                  <a:srgbClr val="000000"/>
                </a:solidFill>
                <a:latin typeface="Calibri"/>
                <a:ea typeface="DejaVu Sans"/>
              </a:rPr>
              <a:t>%in%</a:t>
            </a:r>
            <a:endParaRPr lang="en-GB" sz="2029" b="0" strike="noStrike" spc="-1">
              <a:latin typeface="Arial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" name="CustomShape 2"/>
          <p:cNvSpPr/>
          <p:nvPr/>
        </p:nvSpPr>
        <p:spPr>
          <a:xfrm>
            <a:off x="457200" y="2034720"/>
            <a:ext cx="8227800" cy="17625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normAutofit lnSpcReduction="10000"/>
          </a:bodyPr>
          <a:lstStyle/>
          <a:p>
            <a:pPr marL="343080" indent="-342000">
              <a:lnSpc>
                <a:spcPct val="100000"/>
              </a:lnSpc>
              <a:spcBef>
                <a:spcPts val="437"/>
              </a:spcBef>
              <a:buClr>
                <a:srgbClr val="000000"/>
              </a:buClr>
              <a:buFont typeface="Arial"/>
              <a:buChar char="•"/>
            </a:pPr>
            <a:r>
              <a:rPr lang="en-GB" sz="218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TRUE &amp; TRUE     # evaluates to TRUE</a:t>
            </a:r>
            <a:endParaRPr lang="en-GB" sz="2180" b="0" strike="noStrike" spc="-1" dirty="0">
              <a:latin typeface="Arial"/>
            </a:endParaRPr>
          </a:p>
          <a:p>
            <a:pPr marL="343080" indent="-342000">
              <a:lnSpc>
                <a:spcPct val="100000"/>
              </a:lnSpc>
              <a:spcBef>
                <a:spcPts val="437"/>
              </a:spcBef>
              <a:buClr>
                <a:srgbClr val="000000"/>
              </a:buClr>
              <a:buFont typeface="Arial"/>
              <a:buChar char="•"/>
            </a:pPr>
            <a:r>
              <a:rPr lang="en-GB" sz="218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TRUE &amp; FALSE    # evaluates to FALSE</a:t>
            </a:r>
            <a:endParaRPr lang="en-GB" sz="2180" b="0" strike="noStrike" spc="-1" dirty="0">
              <a:latin typeface="Arial"/>
            </a:endParaRPr>
          </a:p>
          <a:p>
            <a:pPr marL="343080" indent="-342000">
              <a:lnSpc>
                <a:spcPct val="100000"/>
              </a:lnSpc>
              <a:spcBef>
                <a:spcPts val="437"/>
              </a:spcBef>
              <a:buClr>
                <a:srgbClr val="000000"/>
              </a:buClr>
              <a:buFont typeface="Arial"/>
              <a:buChar char="•"/>
            </a:pPr>
            <a:r>
              <a:rPr lang="en-GB" sz="218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FALSE &amp; FALSE   # evaluates to FALSE</a:t>
            </a:r>
            <a:endParaRPr lang="en-GB" sz="2180" b="0" strike="noStrike" spc="-1" dirty="0">
              <a:latin typeface="Arial"/>
            </a:endParaRPr>
          </a:p>
          <a:p>
            <a:pPr marL="343080" indent="-342000">
              <a:lnSpc>
                <a:spcPct val="100000"/>
              </a:lnSpc>
              <a:spcBef>
                <a:spcPts val="437"/>
              </a:spcBef>
              <a:buClr>
                <a:srgbClr val="000000"/>
              </a:buClr>
              <a:buFont typeface="Arial"/>
              <a:buChar char="•"/>
            </a:pPr>
            <a:r>
              <a:rPr lang="en-GB" sz="218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TRUE | FALSE     # evaluates to TRUE</a:t>
            </a:r>
          </a:p>
          <a:p>
            <a:pPr marL="343080" indent="-342000">
              <a:lnSpc>
                <a:spcPct val="100000"/>
              </a:lnSpc>
              <a:spcBef>
                <a:spcPts val="437"/>
              </a:spcBef>
              <a:buClr>
                <a:srgbClr val="000000"/>
              </a:buClr>
              <a:buFont typeface="Arial"/>
              <a:buChar char="•"/>
            </a:pPr>
            <a:r>
              <a:rPr lang="en-GB" sz="2180" spc="-1" dirty="0">
                <a:solidFill>
                  <a:srgbClr val="000000"/>
                </a:solidFill>
                <a:latin typeface="Calibri"/>
              </a:rPr>
              <a:t>!TRUE # evaluates to FALSE</a:t>
            </a:r>
            <a:endParaRPr lang="en-GB" sz="2180" b="0" strike="noStrike" spc="-1" dirty="0">
              <a:latin typeface="Arial"/>
            </a:endParaRPr>
          </a:p>
          <a:p>
            <a:pPr marL="457200">
              <a:lnSpc>
                <a:spcPct val="100000"/>
              </a:lnSpc>
              <a:spcBef>
                <a:spcPts val="437"/>
              </a:spcBef>
              <a:tabLst>
                <a:tab pos="0" algn="l"/>
              </a:tabLst>
            </a:pPr>
            <a:endParaRPr lang="en-GB" sz="2180" b="0" strike="noStrike" spc="-1" dirty="0">
              <a:latin typeface="Arial"/>
            </a:endParaRPr>
          </a:p>
          <a:p>
            <a:pPr marL="457200">
              <a:lnSpc>
                <a:spcPct val="100000"/>
              </a:lnSpc>
              <a:tabLst>
                <a:tab pos="0" algn="l"/>
              </a:tabLst>
            </a:pPr>
            <a:endParaRPr lang="en-GB" sz="2180" b="0" strike="noStrike" spc="-1" dirty="0">
              <a:latin typeface="Arial"/>
            </a:endParaRPr>
          </a:p>
          <a:p>
            <a:pPr marL="150840">
              <a:lnSpc>
                <a:spcPct val="100000"/>
              </a:lnSpc>
              <a:spcBef>
                <a:spcPts val="437"/>
              </a:spcBef>
              <a:tabLst>
                <a:tab pos="0" algn="l"/>
              </a:tabLst>
            </a:pPr>
            <a:endParaRPr lang="en-GB" sz="2180" b="0" strike="noStrike" spc="-1" dirty="0">
              <a:latin typeface="Arial"/>
            </a:endParaRPr>
          </a:p>
        </p:txBody>
      </p:sp>
      <p:sp>
        <p:nvSpPr>
          <p:cNvPr id="564" name="CustomShape 3"/>
          <p:cNvSpPr/>
          <p:nvPr/>
        </p:nvSpPr>
        <p:spPr>
          <a:xfrm>
            <a:off x="702720" y="3917160"/>
            <a:ext cx="6817320" cy="14612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n-GB" sz="1800" b="0" strike="noStrike" spc="-1">
                <a:solidFill>
                  <a:srgbClr val="000000"/>
                </a:solidFill>
                <a:latin typeface="Courier New"/>
                <a:ea typeface="DejaVu Sans"/>
              </a:rPr>
              <a:t>&gt; my_vec = c(1, 2, 3, 4, 5, 6)</a:t>
            </a:r>
            <a:endParaRPr lang="en-GB" sz="18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GB" sz="1800" b="0" strike="noStrike" spc="-1">
                <a:solidFill>
                  <a:srgbClr val="000000"/>
                </a:solidFill>
                <a:latin typeface="Courier New"/>
                <a:ea typeface="DejaVu Sans"/>
              </a:rPr>
              <a:t>&gt; my_vec &lt; 4 &amp; my_vec &gt; 2</a:t>
            </a:r>
            <a:endParaRPr lang="en-GB" sz="18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GB" sz="1800" b="0" strike="noStrike" spc="-1">
                <a:solidFill>
                  <a:srgbClr val="0070C0"/>
                </a:solidFill>
                <a:latin typeface="Courier New"/>
                <a:ea typeface="DejaVu Sans"/>
              </a:rPr>
              <a:t>FALSE FALSE TRUE FALSE FALSE FALSE</a:t>
            </a:r>
            <a:endParaRPr lang="en-GB" sz="18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GB" sz="1800" b="0" strike="noStrike" spc="-1">
                <a:solidFill>
                  <a:srgbClr val="000000"/>
                </a:solidFill>
                <a:latin typeface="Courier New"/>
                <a:ea typeface="DejaVu Sans"/>
              </a:rPr>
              <a:t>&gt; my_vec[my_vec &lt; 4 &amp; my_vec &gt; 2]</a:t>
            </a:r>
            <a:endParaRPr lang="en-GB" sz="18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GB" sz="1800" b="0" strike="noStrike" spc="-1">
                <a:solidFill>
                  <a:srgbClr val="0070C0"/>
                </a:solidFill>
                <a:latin typeface="Courier New"/>
                <a:ea typeface="DejaVu Sans"/>
              </a:rPr>
              <a:t>3</a:t>
            </a:r>
            <a:endParaRPr lang="en-GB" sz="1800" b="0" strike="noStrike" spc="-1">
              <a:latin typeface="Arial"/>
            </a:endParaRPr>
          </a:p>
        </p:txBody>
      </p:sp>
      <p:sp>
        <p:nvSpPr>
          <p:cNvPr id="5" name="CustomShape 1">
            <a:extLst>
              <a:ext uri="{FF2B5EF4-FFF2-40B4-BE49-F238E27FC236}">
                <a16:creationId xmlns:a16="http://schemas.microsoft.com/office/drawing/2014/main" id="{A80E7D07-7ADA-4556-888E-5C06D603C94C}"/>
              </a:ext>
            </a:extLst>
          </p:cNvPr>
          <p:cNvSpPr/>
          <p:nvPr/>
        </p:nvSpPr>
        <p:spPr>
          <a:xfrm>
            <a:off x="474120" y="582480"/>
            <a:ext cx="8227800" cy="11437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GB" sz="4400" b="1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Logical operators</a:t>
            </a:r>
            <a:br>
              <a:rPr dirty="0"/>
            </a:br>
            <a:r>
              <a:rPr lang="en-GB" sz="3200" b="1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(Boolean operations)</a:t>
            </a:r>
            <a:endParaRPr lang="en-GB" sz="3200" b="0" strike="noStrike" spc="-1" dirty="0">
              <a:latin typeface="Arial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5" name="CustomShape 1"/>
          <p:cNvSpPr/>
          <p:nvPr/>
        </p:nvSpPr>
        <p:spPr>
          <a:xfrm>
            <a:off x="0" y="0"/>
            <a:ext cx="9142920" cy="68569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566" name="CustomShape 2"/>
          <p:cNvSpPr/>
          <p:nvPr/>
        </p:nvSpPr>
        <p:spPr>
          <a:xfrm>
            <a:off x="912960" y="2222640"/>
            <a:ext cx="3518640" cy="24112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rmAutofit/>
          </a:bodyPr>
          <a:lstStyle/>
          <a:p>
            <a:pPr>
              <a:lnSpc>
                <a:spcPct val="90000"/>
              </a:lnSpc>
              <a:spcAft>
                <a:spcPts val="601"/>
              </a:spcAft>
              <a:tabLst>
                <a:tab pos="0" algn="l"/>
              </a:tabLst>
            </a:pPr>
            <a:r>
              <a:rPr lang="en-US" sz="5400" b="1" strike="noStrike" spc="-1">
                <a:solidFill>
                  <a:srgbClr val="000000"/>
                </a:solidFill>
                <a:latin typeface="Calibri"/>
                <a:ea typeface="DejaVu Sans"/>
              </a:rPr>
              <a:t>Let’s explore practically</a:t>
            </a:r>
            <a:endParaRPr lang="en-GB" sz="5400" b="0" strike="noStrike" spc="-1">
              <a:latin typeface="Arial"/>
            </a:endParaRPr>
          </a:p>
        </p:txBody>
      </p:sp>
      <p:sp>
        <p:nvSpPr>
          <p:cNvPr id="567" name="CustomShape 3"/>
          <p:cNvSpPr/>
          <p:nvPr/>
        </p:nvSpPr>
        <p:spPr>
          <a:xfrm>
            <a:off x="4132800" y="851400"/>
            <a:ext cx="4637520" cy="5153760"/>
          </a:xfrm>
          <a:custGeom>
            <a:avLst/>
            <a:gdLst/>
            <a:ahLst/>
            <a:cxnLst/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1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4"/>
                  <a:pt x="2445216" y="109244"/>
                </a:cubicBezTo>
                <a:cubicBezTo>
                  <a:pt x="1625714" y="109244"/>
                  <a:pt x="1625714" y="109244"/>
                  <a:pt x="1625714" y="109244"/>
                </a:cubicBezTo>
                <a:cubicBezTo>
                  <a:pt x="1572615" y="109244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8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1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pic>
        <p:nvPicPr>
          <p:cNvPr id="568" name="Graphic 5_1" descr="Cmd Terminal outline"/>
          <p:cNvPicPr/>
          <p:nvPr/>
        </p:nvPicPr>
        <p:blipFill>
          <a:blip r:embed="rId2"/>
          <a:stretch/>
        </p:blipFill>
        <p:spPr>
          <a:xfrm>
            <a:off x="5484960" y="2341080"/>
            <a:ext cx="2745360" cy="274536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1028</TotalTime>
  <Words>1619</Words>
  <Application>Microsoft Macintosh PowerPoint</Application>
  <PresentationFormat>On-screen Show (4:3)</PresentationFormat>
  <Paragraphs>315</Paragraphs>
  <Slides>29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6</vt:i4>
      </vt:variant>
      <vt:variant>
        <vt:lpstr>Slide Titles</vt:lpstr>
      </vt:variant>
      <vt:variant>
        <vt:i4>29</vt:i4>
      </vt:variant>
    </vt:vector>
  </HeadingPairs>
  <TitlesOfParts>
    <vt:vector size="42" baseType="lpstr">
      <vt:lpstr>Arial</vt:lpstr>
      <vt:lpstr>Arial,Sans-Serif</vt:lpstr>
      <vt:lpstr>Calibri</vt:lpstr>
      <vt:lpstr>Courier New</vt:lpstr>
      <vt:lpstr>Symbol</vt:lpstr>
      <vt:lpstr>Wingdings</vt:lpstr>
      <vt:lpstr>Wingdings 3</vt:lpstr>
      <vt:lpstr>Office Theme</vt:lpstr>
      <vt:lpstr>Office Theme</vt:lpstr>
      <vt:lpstr>Office Theme</vt:lpstr>
      <vt:lpstr>Office Theme</vt:lpstr>
      <vt:lpstr>Office Theme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Subsetting R objects: vector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 to R for Biologists Session 1 R basics</dc:title>
  <dc:subject/>
  <dc:creator>Srinivasa Rao Rao</dc:creator>
  <dc:description/>
  <cp:lastModifiedBy>Beatriz Gamez Molina</cp:lastModifiedBy>
  <cp:revision>97</cp:revision>
  <dcterms:created xsi:type="dcterms:W3CDTF">2021-01-18T11:47:19Z</dcterms:created>
  <dcterms:modified xsi:type="dcterms:W3CDTF">2026-10-15T13:59:14Z</dcterms:modified>
  <dc:language>en-GB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16.0000</vt:lpwstr>
  </property>
  <property fmtid="{D5CDD505-2E9C-101B-9397-08002B2CF9AE}" pid="3" name="HiddenSlides">
    <vt:i4>0</vt:i4>
  </property>
  <property fmtid="{D5CDD505-2E9C-101B-9397-08002B2CF9AE}" pid="4" name="HyperlinksChanged">
    <vt:bool>false</vt:bool>
  </property>
  <property fmtid="{D5CDD505-2E9C-101B-9397-08002B2CF9AE}" pid="5" name="LinksUpToDate">
    <vt:bool>false</vt:bool>
  </property>
  <property fmtid="{D5CDD505-2E9C-101B-9397-08002B2CF9AE}" pid="6" name="MMClips">
    <vt:i4>0</vt:i4>
  </property>
  <property fmtid="{D5CDD505-2E9C-101B-9397-08002B2CF9AE}" pid="7" name="Notes">
    <vt:i4>0</vt:i4>
  </property>
  <property fmtid="{D5CDD505-2E9C-101B-9397-08002B2CF9AE}" pid="8" name="PresentationFormat">
    <vt:lpwstr>On-screen Show (4:3)</vt:lpwstr>
  </property>
  <property fmtid="{D5CDD505-2E9C-101B-9397-08002B2CF9AE}" pid="9" name="ScaleCrop">
    <vt:bool>false</vt:bool>
  </property>
  <property fmtid="{D5CDD505-2E9C-101B-9397-08002B2CF9AE}" pid="10" name="ShareDoc">
    <vt:bool>false</vt:bool>
  </property>
  <property fmtid="{D5CDD505-2E9C-101B-9397-08002B2CF9AE}" pid="11" name="Slides">
    <vt:i4>39</vt:i4>
  </property>
</Properties>
</file>